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80" r:id="rId4"/>
    <p:sldMasterId id="2147483931" r:id="rId5"/>
  </p:sldMasterIdLst>
  <p:notesMasterIdLst>
    <p:notesMasterId r:id="rId6"/>
  </p:notesMasterIdLst>
  <p:handoutMasterIdLst>
    <p:handoutMasterId r:id="rId7"/>
  </p:handoutMasterIdLst>
  <p:sldSz cx="12192000" cy="6858000"/>
  <p:notesSz cx="7315200" cy="96012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A5FA06-4976-493E-AA62-A5743318D87F}">
          <p14:sldIdLst/>
        </p14:section>
        <p14:section name="Unused Slides" id="{5C492965-DEEA-400D-84CA-0A38385BB7F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295879-1C01-413E-9C15-C2CC30782595}" name="Wang, Wendy X (SH/DA)" initials="WWX(" userId="S::wendy.x.wang@kpmg.com::4513b12d-0465-4121-8ecd-105d6f3b9dd2" providerId="AD"/>
  <p188:author id="{82C618C0-CE22-C57A-D5D6-02FAE5C343C5}" name="Cheung, Jason C.K. (HK/DA)" initials="CJC(" userId="S::jason.c.cheung@kpmg.com::ea068fd7-d934-451b-a00b-c6c2b10aecc3" providerId="AD"/>
  <p188:author id="{32BB0CC2-A6F0-0B6E-4C34-42C8497CD001}" name="Chapman, Sophie (HK/TRNS)" initials="SC" userId="S::sophie.chapman@kpmg.com::9d7a3c7c-ad4d-4344-8197-753b311dec6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ite, Catherine" initials="WC" lastIdx="18" clrIdx="0">
    <p:extLst>
      <p:ext uri="{19B8F6BF-5375-455C-9EA6-DF929625EA0E}">
        <p15:presenceInfo xmlns:p15="http://schemas.microsoft.com/office/powerpoint/2012/main" userId="S::cjwhite@kpmg.ca::0dea3d63-dcad-4748-a310-11ef28cac8a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0C233C"/>
    <a:srgbClr val="00B8F5"/>
    <a:srgbClr val="77A8BE"/>
    <a:srgbClr val="00338D"/>
    <a:srgbClr val="ACEAFF"/>
    <a:srgbClr val="34556D"/>
    <a:srgbClr val="EEFBFF"/>
    <a:srgbClr val="F5F6F8"/>
    <a:srgbClr val="D6D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42" autoAdjust="0"/>
    <p:restoredTop sz="94674"/>
  </p:normalViewPr>
  <p:slideViewPr>
    <p:cSldViewPr snapToGrid="0">
      <p:cViewPr>
        <p:scale>
          <a:sx n="86" d="100"/>
          <a:sy n="86" d="100"/>
        </p:scale>
        <p:origin x="1424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54D5F6-3183-428A-85C8-51C26DD4B5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08F93-CC89-4063-A187-7B1597877F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BABA84C-EC3E-4598-9C4D-8CE1D2A956F5}" type="datetimeFigureOut">
              <a:rPr lang="en-GB" smtClean="0">
                <a:latin typeface="Arial" panose="020B0604020202020204" pitchFamily="34" charset="0"/>
              </a:rPr>
              <a:t>25/01/2026</a:t>
            </a:fld>
            <a:endParaRPr lang="en-GB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24D309-D941-4AA7-AD70-D334F1D592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99044-B362-4E47-A054-164531AC8F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0C0F9D0-9E03-483D-AC3B-FCB5CBA393CA}" type="slidenum">
              <a:rPr lang="en-GB" smtClean="0">
                <a:latin typeface="Arial" panose="020B0604020202020204" pitchFamily="34" charset="0"/>
              </a:rPr>
              <a:t>‹#›</a:t>
            </a:fld>
            <a:endParaRPr lang="en-GB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02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rtl="0">
              <a:defRPr sz="130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rtl="0">
              <a:defRPr sz="1300">
                <a:latin typeface="Arial" panose="020B0604020202020204" pitchFamily="34" charset="0"/>
              </a:defRPr>
            </a:lvl1pPr>
          </a:lstStyle>
          <a:p>
            <a:fld id="{3C57A4BF-14E0-48E2-B42F-B29D277000AB}" type="datetimeFigureOut">
              <a:rPr lang="en-GB" smtClean="0"/>
              <a:pPr/>
              <a:t>25/01/2026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rtl="0">
              <a:defRPr sz="130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rtl="0">
              <a:defRPr sz="1300">
                <a:latin typeface="Arial" panose="020B0604020202020204" pitchFamily="34" charset="0"/>
              </a:defRPr>
            </a:lvl1pPr>
          </a:lstStyle>
          <a:p>
            <a:fld id="{9B5D948F-A673-4DC7-A0E9-FA274EAF36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308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8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9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9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hyperlink" Target="http://linkedin.com/company/kpmg" TargetMode="External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svg"/><Relationship Id="rId12" Type="http://schemas.openxmlformats.org/officeDocument/2006/relationships/hyperlink" Target="http://youtube.com/kpmg" TargetMode="Externa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11" Type="http://schemas.openxmlformats.org/officeDocument/2006/relationships/hyperlink" Target="http://twitter.com/kpmg" TargetMode="External"/><Relationship Id="rId5" Type="http://schemas.openxmlformats.org/officeDocument/2006/relationships/image" Target="../media/image9.emf"/><Relationship Id="rId10" Type="http://schemas.openxmlformats.org/officeDocument/2006/relationships/hyperlink" Target="http://instagram.com/kpmg" TargetMode="External"/><Relationship Id="rId4" Type="http://schemas.openxmlformats.org/officeDocument/2006/relationships/oleObject" Target="../embeddings/oleObject6.bin"/><Relationship Id="rId9" Type="http://schemas.openxmlformats.org/officeDocument/2006/relationships/hyperlink" Target="http://www.facebook.com/kpmg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image" Target="../media/image3.sv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image" Target="../media/image2.png"/><Relationship Id="rId2" Type="http://schemas.openxmlformats.org/officeDocument/2006/relationships/tags" Target="../tags/tag15.xml"/><Relationship Id="rId16" Type="http://schemas.openxmlformats.org/officeDocument/2006/relationships/image" Target="../media/image1.emf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oleObject" Target="../embeddings/oleObject9.bin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oleObject" Target="../embeddings/oleObject10.bin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oleObject" Target="../embeddings/oleObject11.bin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6" Type="http://schemas.openxmlformats.org/officeDocument/2006/relationships/image" Target="../media/image3.svg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5" Type="http://schemas.openxmlformats.org/officeDocument/2006/relationships/image" Target="../media/image2.png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hyperlink" Target="https://support.upslide.net/hc/en-us/articles/360020443419" TargetMode="Externa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5.sv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image" Target="../media/image4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bg>
      <p:bgPr>
        <a:solidFill>
          <a:srgbClr val="0C2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849A113-871F-EA11-4C83-0301FBABDB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75269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49A113-871F-EA11-4C83-0301FBABDB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2797" y="1342800"/>
            <a:ext cx="4933815" cy="2952000"/>
          </a:xfrm>
          <a:noFill/>
          <a:ln w="3175">
            <a:noFill/>
            <a:prstDash val="lgDash"/>
          </a:ln>
        </p:spPr>
        <p:txBody>
          <a:bodyPr vert="horz" lIns="0" tIns="0" rIns="0" bIns="0" anchor="t" anchorCtr="0">
            <a:noAutofit/>
          </a:bodyPr>
          <a:lstStyle>
            <a:lvl1pPr algn="l" rtl="0">
              <a:defRPr sz="6600" baseline="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en-GB"/>
              <a:t>Title slide text only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2797" y="4857457"/>
            <a:ext cx="4933815" cy="1008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 rtl="0">
              <a:defRPr sz="1400">
                <a:solidFill>
                  <a:schemeClr val="bg1">
                    <a:lumMod val="100000"/>
                  </a:schemeClr>
                </a:solidFill>
              </a:defRPr>
            </a:lvl1pPr>
            <a:lvl2pPr rtl="0">
              <a:defRPr sz="1400">
                <a:solidFill>
                  <a:schemeClr val="bg1">
                    <a:lumMod val="100000"/>
                  </a:schemeClr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80A8EA-2B0E-411E-90AD-02F7AF4767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C31B5000-C399-ABD7-59D3-1DCB80416808}"/>
              </a:ext>
            </a:extLst>
          </p:cNvPr>
          <p:cNvSpPr/>
          <p:nvPr userDrawn="1"/>
        </p:nvSpPr>
        <p:spPr>
          <a:xfrm>
            <a:off x="12192000" y="685800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rtl="0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B563A05-4690-F7F9-4C6B-63DB2CDF54DE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6274800" y="1342800"/>
            <a:ext cx="4934538" cy="4536000"/>
          </a:xfrm>
          <a:ln w="12700" cap="flat" cmpd="sng" algn="ctr">
            <a:solidFill>
              <a:schemeClr val="bg1">
                <a:lumMod val="100000"/>
              </a:schemeClr>
            </a:solidFill>
            <a:prstDash val="sysDot"/>
            <a:round/>
            <a:headEnd type="none" w="med" len="med"/>
            <a:tailEnd type="none" w="med" len="med"/>
          </a:ln>
        </p:spPr>
        <p:txBody>
          <a:bodyPr anchor="ctr"/>
          <a:lstStyle>
            <a:lvl1pPr algn="ctr" rtl="0">
              <a:defRPr sz="1800">
                <a:solidFill>
                  <a:schemeClr val="bg1">
                    <a:lumMod val="100000"/>
                  </a:schemeClr>
                </a:solidFill>
              </a:defRPr>
            </a:lvl1pPr>
          </a:lstStyle>
          <a:p>
            <a:r>
              <a:rPr lang="en-GB"/>
              <a:t>Insert cover picture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FF89F-50B8-89E8-E467-6367AB1F46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82663" y="-189318"/>
            <a:ext cx="574471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2.73cm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E64EE0-4AB8-3166-3C78-3E11F17E81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206800" y="-189318"/>
            <a:ext cx="744406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31.13cm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13EC82-B298-EF91-E952-08B8DC1098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274800" y="-189318"/>
            <a:ext cx="574471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17.43cm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28D914-C1B1-1BAD-0F1D-CA7F241A58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42152" y="1341439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3.73cm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4B7721-06E1-652D-5AA7-2FB001C5F0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42152" y="982800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2.73cm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EB3FB0-118E-A1FF-60A6-B2C1735E4C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50548" y="431800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1.23cm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B75D11-DDA9-A3B3-9C79-9F09363B3B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81779" y="5878800"/>
            <a:ext cx="653726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16.33cm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141B2D-5B6D-21B4-7579-0047A297AAA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85838" y="6975139"/>
            <a:ext cx="10223500" cy="230049"/>
            <a:chOff x="985838" y="6975139"/>
            <a:chExt cx="10223500" cy="230049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1F1738F-BCF2-212F-3CB9-C5BB0AE9677E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H="1">
              <a:off x="985838" y="7090164"/>
              <a:ext cx="10223500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FA9EF63-9BD9-768E-569E-81E041D7CC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653804" y="6975139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28.40cm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75DF89-736A-E9DB-85F8-1F5ABC4C360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7255521"/>
            <a:ext cx="12192000" cy="230049"/>
            <a:chOff x="0" y="7255521"/>
            <a:chExt cx="12192000" cy="230049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0D58471-2D39-8B48-CCB3-0D477BDD3B4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H="1">
              <a:off x="0" y="7370546"/>
              <a:ext cx="12192000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48F6389-BCCE-7DB3-9085-8C6506652B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652216" y="725552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33.87cm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DBBE341-A9F7-996C-8135-F26DB2318F4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82800" y="7491081"/>
            <a:ext cx="4930775" cy="230049"/>
            <a:chOff x="985838" y="7724761"/>
            <a:chExt cx="4930775" cy="230049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E894831-7A7C-C862-2A7E-6851BF6EFFF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H="1">
              <a:off x="985838" y="7839786"/>
              <a:ext cx="4930775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449BEA6-A5B9-4C28-6A20-F7D72D2F71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07441" y="772476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13.70cm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088E054-2954-194A-BB73-60C89696E68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274800" y="7491081"/>
            <a:ext cx="4930775" cy="230049"/>
            <a:chOff x="985838" y="7724761"/>
            <a:chExt cx="4930775" cy="230049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BC2D101-F6FD-59EE-26A1-20D943A4AB3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H="1">
              <a:off x="985838" y="7839786"/>
              <a:ext cx="4930775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4AF3C3C-EB46-32CF-1550-DDCE9BA9FF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07441" y="772476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13.70cm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659EFA4-AD97-ADAD-260E-A4DE10D9971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750953" y="0"/>
            <a:ext cx="230051" cy="6858000"/>
            <a:chOff x="-1090386" y="0"/>
            <a:chExt cx="230051" cy="6858000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C2353BF-3C27-B34A-61A0-05710239435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H="1">
              <a:off x="-975360" y="0"/>
              <a:ext cx="0" cy="685800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7A90213-4EE7-46F8-DD9B-46C01355C0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16200000">
              <a:off x="-1419144" y="3313974"/>
              <a:ext cx="887568" cy="230051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19.05cm</a:t>
              </a:r>
            </a:p>
          </p:txBody>
        </p:sp>
      </p:grp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F7EC0937-3972-5E6D-0D75-8F64B6D8D1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2797" y="5878800"/>
            <a:ext cx="4932000" cy="360000"/>
          </a:xfrm>
          <a:ln w="3175">
            <a:noFill/>
            <a:prstDash val="lgDash"/>
          </a:ln>
        </p:spPr>
        <p:txBody>
          <a:bodyPr wrap="square" tIns="0" rIns="0" bIns="0" anchor="b">
            <a:noAutofit/>
          </a:bodyPr>
          <a:lstStyle>
            <a:lvl1pPr rtl="0">
              <a:defRPr sz="1400">
                <a:solidFill>
                  <a:schemeClr val="bg1">
                    <a:lumMod val="100000"/>
                  </a:schemeClr>
                </a:solidFill>
              </a:defRPr>
            </a:lvl1pPr>
            <a:lvl2pPr>
              <a:defRPr sz="1400">
                <a:solidFill>
                  <a:schemeClr val="bg1">
                    <a:lumMod val="100000"/>
                  </a:schemeClr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KPMG. Make the Difference.</a:t>
            </a:r>
          </a:p>
        </p:txBody>
      </p:sp>
    </p:spTree>
    <p:extLst>
      <p:ext uri="{BB962C8B-B14F-4D97-AF65-F5344CB8AC3E}">
        <p14:creationId xmlns:p14="http://schemas.microsoft.com/office/powerpoint/2010/main" val="3054892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ubsection divi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3C76086E-E242-DEC8-59EA-6558844497A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11232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76086E-E242-DEC8-59EA-6558844497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 noRot="1" noMove="1" noResize="1" noEditPoints="1" noAdjustHandles="1" noChangeArrowheads="1" noChangeShapeType="1"/>
          </p:cNvSpPr>
          <p:nvPr>
            <p:ph type="sldNum" sz="quarter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solidFill>
              <a:srgbClr val="6D2077"/>
            </a:solidFill>
          </a:ln>
        </p:spPr>
        <p:txBody>
          <a:bodyPr lIns="0" tIns="0" rIns="0" bIns="0" anchor="t" anchorCtr="0"/>
          <a:lstStyle>
            <a:defPPr>
              <a:defRPr lang="en-US"/>
            </a:defPPr>
            <a:lvl1pPr marL="0" algn="r" defTabSz="914400" rtl="0" eaLnBrk="1" latinLnBrk="0" hangingPunct="1">
              <a:defRPr lang="fr-FR" sz="100" kern="1200" smtClean="0">
                <a:solidFill>
                  <a:schemeClr val="bg2"/>
                </a:solidFill>
                <a:latin typeface="+mn-lt"/>
                <a:ea typeface="Arial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FBF06BAA-B34F-A402-A5E3-D365A4C3C4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5400000">
            <a:off x="11914569" y="209664"/>
            <a:ext cx="99161" cy="85483"/>
          </a:xfrm>
          <a:prstGeom prst="triangl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EE51BD3-7A21-0D52-6714-28D30B1328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1352448" y="209664"/>
            <a:ext cx="99161" cy="85483"/>
          </a:xfrm>
          <a:prstGeom prst="triangl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5" name="Oval 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57BF9A7-DC28-8EE0-BF29-78170329A4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836622" y="134102"/>
            <a:ext cx="236608" cy="236608"/>
          </a:xfrm>
          <a:prstGeom prst="ellips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4DFF4B78-BB94-DA44-56EA-1AB499A0B0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11292948" y="134102"/>
            <a:ext cx="236608" cy="236608"/>
          </a:xfrm>
          <a:prstGeom prst="ellips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pic>
        <p:nvPicPr>
          <p:cNvPr id="7" name="Graphic 6" descr="Home">
            <a:hlinkClick r:id="" action="ppaction://noaction"/>
            <a:extLst>
              <a:ext uri="{FF2B5EF4-FFF2-40B4-BE49-F238E27FC236}">
                <a16:creationId xmlns:a16="http://schemas.microsoft.com/office/drawing/2014/main" id="{94C79EC3-C681-2E4F-2E2C-BF9E374E994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71850" y="134089"/>
            <a:ext cx="222478" cy="222478"/>
          </a:xfrm>
          <a:prstGeom prst="rect">
            <a:avLst/>
          </a:prstGeom>
        </p:spPr>
      </p:pic>
      <p:sp>
        <p:nvSpPr>
          <p:cNvPr id="10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85273A99-780A-A81B-2653-E26749654579}"/>
              </a:ext>
            </a:extLst>
          </p:cNvPr>
          <p:cNvSpPr/>
          <p:nvPr userDrawn="1"/>
        </p:nvSpPr>
        <p:spPr>
          <a:xfrm>
            <a:off x="12192000" y="685800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rtl="0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611908-C7EC-1FF3-8360-F16C9FDB01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1274841" y="1759937"/>
            <a:ext cx="5765982" cy="2903488"/>
          </a:xfrm>
          <a:noFill/>
          <a:ln w="3175">
            <a:noFill/>
            <a:prstDash val="lgDash"/>
          </a:ln>
        </p:spPr>
        <p:txBody>
          <a:bodyPr vert="horz" lIns="0" tIns="0" rIns="0" bIns="0" anchor="t" anchorCtr="0">
            <a:noAutofit/>
          </a:bodyPr>
          <a:lstStyle>
            <a:lvl1pPr algn="l" rtl="0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Subsection name [PROPOSAL]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F5AC82-A7FF-F4DA-B798-3CAAE86C76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82663" y="-189318"/>
            <a:ext cx="574471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2.73cm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ED2F1-4004-3DCE-2463-46380FC4A0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206800" y="-189318"/>
            <a:ext cx="744406" cy="180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31.13cm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6B400F-4AC3-9122-7BF1-A78CAECF10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274800" y="-189318"/>
            <a:ext cx="574471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17.43cm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E52217-BFD8-75D3-35CD-6C590F8362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42152" y="1341439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3.73cm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2557C6-90FC-6DFB-6476-9CF8F10D37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42152" y="982800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2.73cm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8B247B-3570-4A5B-32C2-D3D6B05FB5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50548" y="431800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1.23cm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AE57D1-BFE0-3D89-93D9-FD980624E3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81779" y="5878800"/>
            <a:ext cx="653726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16.33cm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25F14B-CE93-CDEB-75D0-6DBFBDE1167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85838" y="6975139"/>
            <a:ext cx="10223500" cy="230049"/>
            <a:chOff x="985838" y="6975139"/>
            <a:chExt cx="10223500" cy="230049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2FC0CD3-3E88-1E6E-2F78-566E06F43839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H="1">
              <a:off x="985838" y="7090164"/>
              <a:ext cx="10223500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3E72F30-8E06-E052-F91D-9110FBD172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653804" y="6975139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28.40cm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5C950C-CC06-2B49-A04C-1CB60379510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7255521"/>
            <a:ext cx="12192000" cy="230049"/>
            <a:chOff x="0" y="7255521"/>
            <a:chExt cx="12192000" cy="230049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AC253DD-7CDA-2274-F418-53C7B6AD5E07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H="1">
              <a:off x="0" y="7370546"/>
              <a:ext cx="12192000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86E680-8881-2C14-3361-ACEF5E829B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652216" y="725552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33.87cm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7245B75-F139-7865-2E19-4F1BA650FD9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82800" y="7491081"/>
            <a:ext cx="4930775" cy="230049"/>
            <a:chOff x="985838" y="7724761"/>
            <a:chExt cx="4930775" cy="230049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62DBBAB-47A7-AA1C-C286-D85C1CE81EE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H="1">
              <a:off x="985838" y="7839786"/>
              <a:ext cx="4930775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78664A-81A1-4419-F72E-DF58A45F5D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07441" y="772476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13.70cm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7175FEF-6F56-ADA2-C073-B51432060DD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274800" y="7491081"/>
            <a:ext cx="4930775" cy="230049"/>
            <a:chOff x="985838" y="7724761"/>
            <a:chExt cx="4930775" cy="230049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51680D2-B186-D586-A8E1-EF5D525F1C4B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H="1">
              <a:off x="985838" y="7839786"/>
              <a:ext cx="4930775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B6B5516-7E99-62B3-7D0D-938D795391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007441" y="772476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13.70cm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2FDD995-2F0E-D4B9-83E3-C91D5D0330AC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750953" y="0"/>
            <a:ext cx="230051" cy="6858000"/>
            <a:chOff x="-1090386" y="0"/>
            <a:chExt cx="230051" cy="6858000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FE96A74-0DE0-A378-1C2C-CEAB3FE0FB6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H="1">
              <a:off x="-975360" y="0"/>
              <a:ext cx="0" cy="685800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2D1C40B-63A0-4757-539F-0D82BB5CEE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16200000">
              <a:off x="-1419144" y="3313974"/>
              <a:ext cx="887568" cy="230051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19.05cm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18ACABB-B077-94CD-A4DF-41A11809D8F6}"/>
              </a:ext>
            </a:extLst>
          </p:cNvPr>
          <p:cNvSpPr txBox="1"/>
          <p:nvPr userDrawn="1"/>
        </p:nvSpPr>
        <p:spPr>
          <a:xfrm>
            <a:off x="661481" y="233464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endParaRPr lang="en-US" sz="1500" b="1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89A23C-9485-8BD9-4018-8077BD328A36}"/>
              </a:ext>
            </a:extLst>
          </p:cNvPr>
          <p:cNvSpPr txBox="1"/>
          <p:nvPr userDrawn="1"/>
        </p:nvSpPr>
        <p:spPr>
          <a:xfrm>
            <a:off x="304800" y="207523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endParaRPr lang="en-US" sz="15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787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65E0739-3792-1DDE-9650-7D9335B5AB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1906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65E0739-3792-1DDE-9650-7D9335B5AB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2533821-7F6E-47FF-89CD-D057DAFB6B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1262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B28F297-549D-9A63-A846-79579B5203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87501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28F297-549D-9A63-A846-79579B5203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199" y="1330126"/>
            <a:ext cx="10203599" cy="4546799"/>
          </a:xfrm>
        </p:spPr>
        <p:txBody>
          <a:bodyPr/>
          <a:lstStyle>
            <a:lvl1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1pPr>
            <a:lvl2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2pPr>
            <a:lvl3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3pPr>
            <a:lvl4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4pPr>
            <a:lvl5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69D30F-5094-425F-A158-0850AE27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7F42AB1-24D4-52EC-7C09-E0291169AE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2799" y="5876925"/>
            <a:ext cx="10224000" cy="360000"/>
          </a:xfrm>
        </p:spPr>
        <p:txBody>
          <a:bodyPr lIns="0" tIns="0" rIns="0" bIns="0"/>
          <a:lstStyle>
            <a:lvl1pPr rtl="0">
              <a:spcAft>
                <a:spcPts val="0"/>
              </a:spcAft>
              <a:defRPr sz="600" b="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GB"/>
              <a:t>Click to add note/source here. Note above source. Use “;” to separate, end with full stop. Arial font 6, black color. Zero spacing before and after line.</a:t>
            </a:r>
          </a:p>
        </p:txBody>
      </p:sp>
    </p:spTree>
    <p:extLst>
      <p:ext uri="{BB962C8B-B14F-4D97-AF65-F5344CB8AC3E}">
        <p14:creationId xmlns:p14="http://schemas.microsoft.com/office/powerpoint/2010/main" val="99553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B28F297-549D-9A63-A846-79579B5203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87501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28F297-549D-9A63-A846-79579B5203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1003200" y="1330126"/>
            <a:ext cx="4968000" cy="4546799"/>
          </a:xfrm>
        </p:spPr>
        <p:txBody>
          <a:bodyPr/>
          <a:lstStyle>
            <a:lvl1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1pPr>
            <a:lvl2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2pPr>
            <a:lvl3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3pPr>
            <a:lvl4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4pPr>
            <a:lvl5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220800" y="1330126"/>
            <a:ext cx="4968000" cy="4546799"/>
          </a:xfrm>
        </p:spPr>
        <p:txBody>
          <a:bodyPr/>
          <a:lstStyle>
            <a:lvl1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1pPr>
            <a:lvl2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2pPr>
            <a:lvl3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3pPr>
            <a:lvl4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4pPr>
            <a:lvl5pPr rtl="0">
              <a:defRPr sz="1600">
                <a:latin typeface="72 Light" panose="020B0303030000000003" pitchFamily="34" charset="0"/>
                <a:cs typeface="72 Light" panose="020B03030300000000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69D30F-5094-425F-A158-0850AE27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7F42AB1-24D4-52EC-7C09-E0291169AE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82799" y="5876925"/>
            <a:ext cx="10224000" cy="360000"/>
          </a:xfrm>
        </p:spPr>
        <p:txBody>
          <a:bodyPr lIns="0" tIns="0" rIns="0" bIns="0"/>
          <a:lstStyle>
            <a:lvl1pPr rtl="0">
              <a:spcAft>
                <a:spcPts val="0"/>
              </a:spcAft>
              <a:defRPr sz="600" b="0"/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GB"/>
              <a:t>Click to add note/source here. Note above source. Use “;” to separate, end with full stop. Arial font 6, black color. Zero spacing before and after line.</a:t>
            </a:r>
          </a:p>
        </p:txBody>
      </p:sp>
    </p:spTree>
    <p:extLst>
      <p:ext uri="{BB962C8B-B14F-4D97-AF65-F5344CB8AC3E}">
        <p14:creationId xmlns:p14="http://schemas.microsoft.com/office/powerpoint/2010/main" val="3685836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ck Cover light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FFBED39-6DA3-8CC7-D68F-D1431FD078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4964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FBED39-6DA3-8CC7-D68F-D1431FD078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 userDrawn="1">
            <p:custDataLst>
              <p:tags r:id="rId2"/>
            </p:custDataLst>
          </p:nvPr>
        </p:nvSpPr>
        <p:spPr>
          <a:xfrm>
            <a:off x="989263" y="5750095"/>
            <a:ext cx="246221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A835BAAE-8387-4EE5-AB59-6FBE19144C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9012" y="3702050"/>
            <a:ext cx="6660000" cy="1843088"/>
          </a:xfrm>
        </p:spPr>
        <p:txBody>
          <a:bodyPr anchor="b"/>
          <a:lstStyle>
            <a:lvl1pPr rtl="0"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2pPr>
          </a:lstStyle>
          <a:p>
            <a:endParaRPr lang="en-GB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51C6BDD-4F02-45D2-886C-4899A473F7F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51E62B48-164E-4650-9E88-C4FDF8517A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9012" y="3351965"/>
            <a:ext cx="2411738" cy="119064"/>
          </a:xfrm>
        </p:spPr>
        <p:txBody>
          <a:bodyPr/>
          <a:lstStyle>
            <a:lvl1pPr rtl="0">
              <a:buFontTx/>
              <a:buNone/>
              <a:defRPr sz="1200" b="1">
                <a:solidFill>
                  <a:schemeClr val="bg1"/>
                </a:solidFill>
              </a:defRPr>
            </a:lvl1pPr>
            <a:lvl2pPr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2pPr>
            <a:lvl3pPr marL="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3pPr>
            <a:lvl4pPr marL="3456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4pPr>
            <a:lvl5pPr marL="5400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r>
              <a:rPr lang="en-GB"/>
              <a:t>kpmg.com/</a:t>
            </a:r>
            <a:r>
              <a:rPr lang="en-GB" err="1"/>
              <a:t>cn</a:t>
            </a:r>
            <a:r>
              <a:rPr lang="en-GB"/>
              <a:t>/</a:t>
            </a:r>
            <a:r>
              <a:rPr lang="en-GB" err="1"/>
              <a:t>socialmedia</a:t>
            </a:r>
            <a:endParaRPr lang="en-GB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3520E07-2B55-C82E-EECE-2B0665445903}"/>
              </a:ext>
            </a:extLst>
          </p:cNvPr>
          <p:cNvGrpSpPr>
            <a:grpSpLocks/>
          </p:cNvGrpSpPr>
          <p:nvPr userDrawn="1"/>
        </p:nvGrpSpPr>
        <p:grpSpPr>
          <a:xfrm>
            <a:off x="987552" y="2834640"/>
            <a:ext cx="2026220" cy="365760"/>
            <a:chOff x="990975" y="3552506"/>
            <a:chExt cx="2026220" cy="365760"/>
          </a:xfrm>
        </p:grpSpPr>
        <p:sp>
          <p:nvSpPr>
            <p:cNvPr id="47" name="Rectangle: Rounded Corners 46">
              <a:hlinkClick r:id="rId8"/>
              <a:extLst>
                <a:ext uri="{FF2B5EF4-FFF2-40B4-BE49-F238E27FC236}">
                  <a16:creationId xmlns:a16="http://schemas.microsoft.com/office/drawing/2014/main" id="{5D95D612-E52A-283A-4DC2-BB282945203E}"/>
                </a:ext>
              </a:extLst>
            </p:cNvPr>
            <p:cNvSpPr/>
            <p:nvPr/>
          </p:nvSpPr>
          <p:spPr>
            <a:xfrm>
              <a:off x="990975" y="3552506"/>
              <a:ext cx="360000" cy="365759"/>
            </a:xfrm>
            <a:prstGeom prst="roundRect">
              <a:avLst>
                <a:gd name="adj" fmla="val 8473"/>
              </a:avLst>
            </a:pr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/>
            </a:p>
          </p:txBody>
        </p:sp>
        <p:grpSp>
          <p:nvGrpSpPr>
            <p:cNvPr id="48" name="Graphic 19">
              <a:extLst>
                <a:ext uri="{FF2B5EF4-FFF2-40B4-BE49-F238E27FC236}">
                  <a16:creationId xmlns:a16="http://schemas.microsoft.com/office/drawing/2014/main" id="{0C6EF2CD-52D0-D1ED-2ECB-832BD30889BA}"/>
                </a:ext>
              </a:extLst>
            </p:cNvPr>
            <p:cNvGrpSpPr/>
            <p:nvPr/>
          </p:nvGrpSpPr>
          <p:grpSpPr>
            <a:xfrm>
              <a:off x="1040871" y="3600307"/>
              <a:ext cx="260207" cy="260118"/>
              <a:chOff x="3350658" y="2865383"/>
              <a:chExt cx="260207" cy="260118"/>
            </a:xfrm>
            <a:solidFill>
              <a:srgbClr val="6B17E9"/>
            </a:solidFill>
          </p:grpSpPr>
          <p:grpSp>
            <p:nvGrpSpPr>
              <p:cNvPr id="65" name="Graphic 19">
                <a:extLst>
                  <a:ext uri="{FF2B5EF4-FFF2-40B4-BE49-F238E27FC236}">
                    <a16:creationId xmlns:a16="http://schemas.microsoft.com/office/drawing/2014/main" id="{10D3AE5B-8B43-C218-E47A-BE25223409C6}"/>
                  </a:ext>
                </a:extLst>
              </p:cNvPr>
              <p:cNvGrpSpPr/>
              <p:nvPr/>
            </p:nvGrpSpPr>
            <p:grpSpPr>
              <a:xfrm>
                <a:off x="3350658" y="2865383"/>
                <a:ext cx="63900" cy="260118"/>
                <a:chOff x="3350658" y="2865383"/>
                <a:chExt cx="63900" cy="260118"/>
              </a:xfrm>
              <a:grpFill/>
            </p:grpSpPr>
            <p:sp>
              <p:nvSpPr>
                <p:cNvPr id="67" name="Freeform: Shape 66">
                  <a:hlinkClick r:id="rId8"/>
                  <a:extLst>
                    <a:ext uri="{FF2B5EF4-FFF2-40B4-BE49-F238E27FC236}">
                      <a16:creationId xmlns:a16="http://schemas.microsoft.com/office/drawing/2014/main" id="{AFE36FE6-A5A0-1F49-1172-FA7B1376EB43}"/>
                    </a:ext>
                  </a:extLst>
                </p:cNvPr>
                <p:cNvSpPr/>
                <p:nvPr/>
              </p:nvSpPr>
              <p:spPr>
                <a:xfrm>
                  <a:off x="3351603" y="2946941"/>
                  <a:ext cx="62000" cy="178560"/>
                </a:xfrm>
                <a:custGeom>
                  <a:avLst/>
                  <a:gdLst>
                    <a:gd name="connsiteX0" fmla="*/ 0 w 62000"/>
                    <a:gd name="connsiteY0" fmla="*/ 178560 h 178560"/>
                    <a:gd name="connsiteX1" fmla="*/ 0 w 62000"/>
                    <a:gd name="connsiteY1" fmla="*/ 0 h 178560"/>
                    <a:gd name="connsiteX2" fmla="*/ 62001 w 62000"/>
                    <a:gd name="connsiteY2" fmla="*/ 0 h 178560"/>
                    <a:gd name="connsiteX3" fmla="*/ 62001 w 62000"/>
                    <a:gd name="connsiteY3" fmla="*/ 178560 h 178560"/>
                    <a:gd name="connsiteX4" fmla="*/ 0 w 62000"/>
                    <a:gd name="connsiteY4" fmla="*/ 178560 h 178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000" h="178560">
                      <a:moveTo>
                        <a:pt x="0" y="178560"/>
                      </a:moveTo>
                      <a:lnTo>
                        <a:pt x="0" y="0"/>
                      </a:lnTo>
                      <a:lnTo>
                        <a:pt x="62001" y="0"/>
                      </a:lnTo>
                      <a:lnTo>
                        <a:pt x="62001" y="178560"/>
                      </a:lnTo>
                      <a:lnTo>
                        <a:pt x="0" y="17856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GB"/>
                </a:p>
              </p:txBody>
            </p:sp>
            <p:sp>
              <p:nvSpPr>
                <p:cNvPr id="68" name="Freeform: Shape 67">
                  <a:hlinkClick r:id="rId8"/>
                  <a:extLst>
                    <a:ext uri="{FF2B5EF4-FFF2-40B4-BE49-F238E27FC236}">
                      <a16:creationId xmlns:a16="http://schemas.microsoft.com/office/drawing/2014/main" id="{F9582BBC-6F6E-1DBB-C581-4FD684284DEB}"/>
                    </a:ext>
                  </a:extLst>
                </p:cNvPr>
                <p:cNvSpPr/>
                <p:nvPr/>
              </p:nvSpPr>
              <p:spPr>
                <a:xfrm>
                  <a:off x="3350658" y="2865383"/>
                  <a:ext cx="63900" cy="63900"/>
                </a:xfrm>
                <a:custGeom>
                  <a:avLst/>
                  <a:gdLst>
                    <a:gd name="connsiteX0" fmla="*/ 63900 w 63900"/>
                    <a:gd name="connsiteY0" fmla="*/ 31950 h 63900"/>
                    <a:gd name="connsiteX1" fmla="*/ 31950 w 63900"/>
                    <a:gd name="connsiteY1" fmla="*/ 63900 h 63900"/>
                    <a:gd name="connsiteX2" fmla="*/ 0 w 63900"/>
                    <a:gd name="connsiteY2" fmla="*/ 31950 h 63900"/>
                    <a:gd name="connsiteX3" fmla="*/ 31950 w 63900"/>
                    <a:gd name="connsiteY3" fmla="*/ 0 h 63900"/>
                    <a:gd name="connsiteX4" fmla="*/ 63900 w 63900"/>
                    <a:gd name="connsiteY4" fmla="*/ 31950 h 63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900" h="63900">
                      <a:moveTo>
                        <a:pt x="63900" y="31950"/>
                      </a:moveTo>
                      <a:cubicBezTo>
                        <a:pt x="63900" y="49595"/>
                        <a:pt x="49596" y="63900"/>
                        <a:pt x="31950" y="63900"/>
                      </a:cubicBezTo>
                      <a:cubicBezTo>
                        <a:pt x="14305" y="63900"/>
                        <a:pt x="0" y="49595"/>
                        <a:pt x="0" y="31950"/>
                      </a:cubicBezTo>
                      <a:cubicBezTo>
                        <a:pt x="0" y="14304"/>
                        <a:pt x="14305" y="0"/>
                        <a:pt x="31950" y="0"/>
                      </a:cubicBezTo>
                      <a:cubicBezTo>
                        <a:pt x="49596" y="0"/>
                        <a:pt x="63900" y="14304"/>
                        <a:pt x="63900" y="3195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rtl="0"/>
                  <a:endParaRPr lang="en-GB"/>
                </a:p>
              </p:txBody>
            </p:sp>
          </p:grpSp>
          <p:sp>
            <p:nvSpPr>
              <p:cNvPr id="66" name="Freeform: Shape 65">
                <a:hlinkClick r:id="rId8"/>
                <a:extLst>
                  <a:ext uri="{FF2B5EF4-FFF2-40B4-BE49-F238E27FC236}">
                    <a16:creationId xmlns:a16="http://schemas.microsoft.com/office/drawing/2014/main" id="{B7DB61C5-0D29-3000-761E-816AB6FBD2D2}"/>
                  </a:ext>
                </a:extLst>
              </p:cNvPr>
              <p:cNvSpPr/>
              <p:nvPr/>
            </p:nvSpPr>
            <p:spPr>
              <a:xfrm>
                <a:off x="3443808" y="2948255"/>
                <a:ext cx="167057" cy="177246"/>
              </a:xfrm>
              <a:custGeom>
                <a:avLst/>
                <a:gdLst>
                  <a:gd name="connsiteX0" fmla="*/ 167058 w 167057"/>
                  <a:gd name="connsiteY0" fmla="*/ 75060 h 177246"/>
                  <a:gd name="connsiteX1" fmla="*/ 167058 w 167057"/>
                  <a:gd name="connsiteY1" fmla="*/ 177246 h 177246"/>
                  <a:gd name="connsiteX2" fmla="*/ 103698 w 167057"/>
                  <a:gd name="connsiteY2" fmla="*/ 177246 h 177246"/>
                  <a:gd name="connsiteX3" fmla="*/ 103698 w 167057"/>
                  <a:gd name="connsiteY3" fmla="*/ 82818 h 177246"/>
                  <a:gd name="connsiteX4" fmla="*/ 81648 w 167057"/>
                  <a:gd name="connsiteY4" fmla="*/ 51102 h 177246"/>
                  <a:gd name="connsiteX5" fmla="*/ 60984 w 167057"/>
                  <a:gd name="connsiteY5" fmla="*/ 66240 h 177246"/>
                  <a:gd name="connsiteX6" fmla="*/ 59238 w 167057"/>
                  <a:gd name="connsiteY6" fmla="*/ 78930 h 177246"/>
                  <a:gd name="connsiteX7" fmla="*/ 59238 w 167057"/>
                  <a:gd name="connsiteY7" fmla="*/ 177246 h 177246"/>
                  <a:gd name="connsiteX8" fmla="*/ 0 w 167057"/>
                  <a:gd name="connsiteY8" fmla="*/ 177246 h 177246"/>
                  <a:gd name="connsiteX9" fmla="*/ 0 w 167057"/>
                  <a:gd name="connsiteY9" fmla="*/ 4770 h 177246"/>
                  <a:gd name="connsiteX10" fmla="*/ 52308 w 167057"/>
                  <a:gd name="connsiteY10" fmla="*/ 4770 h 177246"/>
                  <a:gd name="connsiteX11" fmla="*/ 52308 w 167057"/>
                  <a:gd name="connsiteY11" fmla="*/ 26082 h 177246"/>
                  <a:gd name="connsiteX12" fmla="*/ 52938 w 167057"/>
                  <a:gd name="connsiteY12" fmla="*/ 26082 h 177246"/>
                  <a:gd name="connsiteX13" fmla="*/ 104742 w 167057"/>
                  <a:gd name="connsiteY13" fmla="*/ 0 h 177246"/>
                  <a:gd name="connsiteX14" fmla="*/ 167058 w 167057"/>
                  <a:gd name="connsiteY14" fmla="*/ 75060 h 177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7057" h="177246">
                    <a:moveTo>
                      <a:pt x="167058" y="75060"/>
                    </a:moveTo>
                    <a:lnTo>
                      <a:pt x="167058" y="177246"/>
                    </a:lnTo>
                    <a:lnTo>
                      <a:pt x="103698" y="177246"/>
                    </a:lnTo>
                    <a:lnTo>
                      <a:pt x="103698" y="82818"/>
                    </a:lnTo>
                    <a:cubicBezTo>
                      <a:pt x="103698" y="62730"/>
                      <a:pt x="97056" y="51102"/>
                      <a:pt x="81648" y="51102"/>
                    </a:cubicBezTo>
                    <a:cubicBezTo>
                      <a:pt x="69390" y="51102"/>
                      <a:pt x="63774" y="59544"/>
                      <a:pt x="60984" y="66240"/>
                    </a:cubicBezTo>
                    <a:cubicBezTo>
                      <a:pt x="59598" y="69426"/>
                      <a:pt x="59238" y="74358"/>
                      <a:pt x="59238" y="78930"/>
                    </a:cubicBezTo>
                    <a:lnTo>
                      <a:pt x="59238" y="177246"/>
                    </a:lnTo>
                    <a:lnTo>
                      <a:pt x="0" y="177246"/>
                    </a:lnTo>
                    <a:lnTo>
                      <a:pt x="0" y="4770"/>
                    </a:lnTo>
                    <a:lnTo>
                      <a:pt x="52308" y="4770"/>
                    </a:lnTo>
                    <a:lnTo>
                      <a:pt x="52308" y="26082"/>
                    </a:lnTo>
                    <a:lnTo>
                      <a:pt x="52938" y="26082"/>
                    </a:lnTo>
                    <a:cubicBezTo>
                      <a:pt x="59238" y="16902"/>
                      <a:pt x="76032" y="0"/>
                      <a:pt x="104742" y="0"/>
                    </a:cubicBezTo>
                    <a:cubicBezTo>
                      <a:pt x="145008" y="0"/>
                      <a:pt x="167058" y="27486"/>
                      <a:pt x="167058" y="7506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GB"/>
              </a:p>
            </p:txBody>
          </p:sp>
        </p:grpSp>
        <p:sp>
          <p:nvSpPr>
            <p:cNvPr id="49" name="Rectangle: Rounded Corners 48">
              <a:hlinkClick r:id="rId9"/>
              <a:extLst>
                <a:ext uri="{FF2B5EF4-FFF2-40B4-BE49-F238E27FC236}">
                  <a16:creationId xmlns:a16="http://schemas.microsoft.com/office/drawing/2014/main" id="{A4E1A3E5-9A37-C134-17A3-E76D2D89F6F6}"/>
                </a:ext>
              </a:extLst>
            </p:cNvPr>
            <p:cNvSpPr/>
            <p:nvPr/>
          </p:nvSpPr>
          <p:spPr>
            <a:xfrm>
              <a:off x="1404650" y="3552506"/>
              <a:ext cx="360000" cy="360000"/>
            </a:xfrm>
            <a:prstGeom prst="roundRect">
              <a:avLst>
                <a:gd name="adj" fmla="val 8320"/>
              </a:avLst>
            </a:pr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/>
            </a:p>
          </p:txBody>
        </p:sp>
        <p:sp>
          <p:nvSpPr>
            <p:cNvPr id="50" name="Freeform: Shape 49">
              <a:hlinkClick r:id="rId9"/>
              <a:extLst>
                <a:ext uri="{FF2B5EF4-FFF2-40B4-BE49-F238E27FC236}">
                  <a16:creationId xmlns:a16="http://schemas.microsoft.com/office/drawing/2014/main" id="{DEF7CFC2-BE5E-D5C0-EAF7-2F7BE3535955}"/>
                </a:ext>
              </a:extLst>
            </p:cNvPr>
            <p:cNvSpPr/>
            <p:nvPr/>
          </p:nvSpPr>
          <p:spPr>
            <a:xfrm>
              <a:off x="1556107" y="3623866"/>
              <a:ext cx="107823" cy="289953"/>
            </a:xfrm>
            <a:custGeom>
              <a:avLst/>
              <a:gdLst>
                <a:gd name="connsiteX0" fmla="*/ 107823 w 107823"/>
                <a:gd name="connsiteY0" fmla="*/ 1540 h 289953"/>
                <a:gd name="connsiteX1" fmla="*/ 107796 w 107823"/>
                <a:gd name="connsiteY1" fmla="*/ 48961 h 289953"/>
                <a:gd name="connsiteX2" fmla="*/ 83334 w 107823"/>
                <a:gd name="connsiteY2" fmla="*/ 49627 h 289953"/>
                <a:gd name="connsiteX3" fmla="*/ 55686 w 107823"/>
                <a:gd name="connsiteY3" fmla="*/ 77680 h 289953"/>
                <a:gd name="connsiteX4" fmla="*/ 55686 w 107823"/>
                <a:gd name="connsiteY4" fmla="*/ 289954 h 289953"/>
                <a:gd name="connsiteX5" fmla="*/ 318 w 107823"/>
                <a:gd name="connsiteY5" fmla="*/ 289954 h 289953"/>
                <a:gd name="connsiteX6" fmla="*/ 318 w 107823"/>
                <a:gd name="connsiteY6" fmla="*/ 77680 h 289953"/>
                <a:gd name="connsiteX7" fmla="*/ 12558 w 107823"/>
                <a:gd name="connsiteY7" fmla="*/ 24454 h 289953"/>
                <a:gd name="connsiteX8" fmla="*/ 48117 w 107823"/>
                <a:gd name="connsiteY8" fmla="*/ 1540 h 289953"/>
                <a:gd name="connsiteX9" fmla="*/ 107814 w 107823"/>
                <a:gd name="connsiteY9" fmla="*/ 1540 h 289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823" h="289953">
                  <a:moveTo>
                    <a:pt x="107823" y="1540"/>
                  </a:moveTo>
                  <a:lnTo>
                    <a:pt x="107796" y="48961"/>
                  </a:lnTo>
                  <a:cubicBezTo>
                    <a:pt x="107517" y="48961"/>
                    <a:pt x="104763" y="49060"/>
                    <a:pt x="83334" y="49627"/>
                  </a:cubicBezTo>
                  <a:cubicBezTo>
                    <a:pt x="56964" y="50365"/>
                    <a:pt x="55686" y="77680"/>
                    <a:pt x="55686" y="77680"/>
                  </a:cubicBezTo>
                  <a:lnTo>
                    <a:pt x="55686" y="289954"/>
                  </a:lnTo>
                  <a:lnTo>
                    <a:pt x="318" y="289954"/>
                  </a:lnTo>
                  <a:lnTo>
                    <a:pt x="318" y="77680"/>
                  </a:lnTo>
                  <a:cubicBezTo>
                    <a:pt x="-1923" y="39016"/>
                    <a:pt x="8256" y="30916"/>
                    <a:pt x="12558" y="24454"/>
                  </a:cubicBezTo>
                  <a:cubicBezTo>
                    <a:pt x="16860" y="18010"/>
                    <a:pt x="30810" y="5005"/>
                    <a:pt x="48117" y="1540"/>
                  </a:cubicBezTo>
                  <a:cubicBezTo>
                    <a:pt x="65424" y="-1925"/>
                    <a:pt x="107814" y="1540"/>
                    <a:pt x="107814" y="1540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F7CEA01-7141-7967-01A9-B3D0CCE3F470}"/>
                </a:ext>
              </a:extLst>
            </p:cNvPr>
            <p:cNvSpPr/>
            <p:nvPr/>
          </p:nvSpPr>
          <p:spPr>
            <a:xfrm>
              <a:off x="1510129" y="3734486"/>
              <a:ext cx="154404" cy="52739"/>
            </a:xfrm>
            <a:custGeom>
              <a:avLst/>
              <a:gdLst>
                <a:gd name="connsiteX0" fmla="*/ 144225 w 154404"/>
                <a:gd name="connsiteY0" fmla="*/ 52740 h 52739"/>
                <a:gd name="connsiteX1" fmla="*/ 0 w 154404"/>
                <a:gd name="connsiteY1" fmla="*/ 52740 h 52739"/>
                <a:gd name="connsiteX2" fmla="*/ 0 w 154404"/>
                <a:gd name="connsiteY2" fmla="*/ 0 h 52739"/>
                <a:gd name="connsiteX3" fmla="*/ 154404 w 154404"/>
                <a:gd name="connsiteY3" fmla="*/ 0 h 52739"/>
                <a:gd name="connsiteX4" fmla="*/ 144225 w 154404"/>
                <a:gd name="connsiteY4" fmla="*/ 52740 h 5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404" h="52739">
                  <a:moveTo>
                    <a:pt x="144225" y="52740"/>
                  </a:moveTo>
                  <a:lnTo>
                    <a:pt x="0" y="52740"/>
                  </a:lnTo>
                  <a:lnTo>
                    <a:pt x="0" y="0"/>
                  </a:lnTo>
                  <a:lnTo>
                    <a:pt x="154404" y="0"/>
                  </a:lnTo>
                  <a:lnTo>
                    <a:pt x="144225" y="5274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/>
            </a:p>
          </p:txBody>
        </p:sp>
        <p:sp>
          <p:nvSpPr>
            <p:cNvPr id="52" name="Rectangle: Rounded Corners 51">
              <a:hlinkClick r:id="rId10"/>
              <a:extLst>
                <a:ext uri="{FF2B5EF4-FFF2-40B4-BE49-F238E27FC236}">
                  <a16:creationId xmlns:a16="http://schemas.microsoft.com/office/drawing/2014/main" id="{A07DB7A2-F64D-81E5-1BD4-BFB1F0F9D49B}"/>
                </a:ext>
              </a:extLst>
            </p:cNvPr>
            <p:cNvSpPr/>
            <p:nvPr/>
          </p:nvSpPr>
          <p:spPr>
            <a:xfrm>
              <a:off x="1818325" y="3552506"/>
              <a:ext cx="360000" cy="360000"/>
            </a:xfrm>
            <a:prstGeom prst="roundRect">
              <a:avLst>
                <a:gd name="adj" fmla="val 9512"/>
              </a:avLst>
            </a:pr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/>
            </a:p>
          </p:txBody>
        </p:sp>
        <p:sp>
          <p:nvSpPr>
            <p:cNvPr id="54" name="Freeform: Shape 53">
              <a:hlinkClick r:id="rId10"/>
              <a:extLst>
                <a:ext uri="{FF2B5EF4-FFF2-40B4-BE49-F238E27FC236}">
                  <a16:creationId xmlns:a16="http://schemas.microsoft.com/office/drawing/2014/main" id="{8164D2AA-2D91-E977-64C6-B2D5F700FF90}"/>
                </a:ext>
              </a:extLst>
            </p:cNvPr>
            <p:cNvSpPr/>
            <p:nvPr/>
          </p:nvSpPr>
          <p:spPr>
            <a:xfrm>
              <a:off x="1868266" y="3600297"/>
              <a:ext cx="260126" cy="260127"/>
            </a:xfrm>
            <a:custGeom>
              <a:avLst/>
              <a:gdLst>
                <a:gd name="connsiteX0" fmla="*/ 181395 w 260126"/>
                <a:gd name="connsiteY0" fmla="*/ 260127 h 260127"/>
                <a:gd name="connsiteX1" fmla="*/ 78732 w 260126"/>
                <a:gd name="connsiteY1" fmla="*/ 260127 h 260127"/>
                <a:gd name="connsiteX2" fmla="*/ 0 w 260126"/>
                <a:gd name="connsiteY2" fmla="*/ 181395 h 260127"/>
                <a:gd name="connsiteX3" fmla="*/ 0 w 260126"/>
                <a:gd name="connsiteY3" fmla="*/ 78732 h 260127"/>
                <a:gd name="connsiteX4" fmla="*/ 78732 w 260126"/>
                <a:gd name="connsiteY4" fmla="*/ 0 h 260127"/>
                <a:gd name="connsiteX5" fmla="*/ 181395 w 260126"/>
                <a:gd name="connsiteY5" fmla="*/ 0 h 260127"/>
                <a:gd name="connsiteX6" fmla="*/ 260127 w 260126"/>
                <a:gd name="connsiteY6" fmla="*/ 78732 h 260127"/>
                <a:gd name="connsiteX7" fmla="*/ 260127 w 260126"/>
                <a:gd name="connsiteY7" fmla="*/ 181395 h 260127"/>
                <a:gd name="connsiteX8" fmla="*/ 181395 w 260126"/>
                <a:gd name="connsiteY8" fmla="*/ 260127 h 260127"/>
                <a:gd name="connsiteX9" fmla="*/ 78723 w 260126"/>
                <a:gd name="connsiteY9" fmla="*/ 21924 h 260127"/>
                <a:gd name="connsiteX10" fmla="*/ 21915 w 260126"/>
                <a:gd name="connsiteY10" fmla="*/ 78732 h 260127"/>
                <a:gd name="connsiteX11" fmla="*/ 21915 w 260126"/>
                <a:gd name="connsiteY11" fmla="*/ 181395 h 260127"/>
                <a:gd name="connsiteX12" fmla="*/ 78723 w 260126"/>
                <a:gd name="connsiteY12" fmla="*/ 238203 h 260127"/>
                <a:gd name="connsiteX13" fmla="*/ 181386 w 260126"/>
                <a:gd name="connsiteY13" fmla="*/ 238203 h 260127"/>
                <a:gd name="connsiteX14" fmla="*/ 238194 w 260126"/>
                <a:gd name="connsiteY14" fmla="*/ 181395 h 260127"/>
                <a:gd name="connsiteX15" fmla="*/ 238194 w 260126"/>
                <a:gd name="connsiteY15" fmla="*/ 78732 h 260127"/>
                <a:gd name="connsiteX16" fmla="*/ 181386 w 260126"/>
                <a:gd name="connsiteY16" fmla="*/ 21924 h 260127"/>
                <a:gd name="connsiteX17" fmla="*/ 78723 w 260126"/>
                <a:gd name="connsiteY17" fmla="*/ 21924 h 26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0126" h="260127">
                  <a:moveTo>
                    <a:pt x="181395" y="260127"/>
                  </a:moveTo>
                  <a:lnTo>
                    <a:pt x="78732" y="260127"/>
                  </a:lnTo>
                  <a:cubicBezTo>
                    <a:pt x="35316" y="260127"/>
                    <a:pt x="0" y="224811"/>
                    <a:pt x="0" y="181395"/>
                  </a:cubicBezTo>
                  <a:lnTo>
                    <a:pt x="0" y="78732"/>
                  </a:lnTo>
                  <a:cubicBezTo>
                    <a:pt x="0" y="35316"/>
                    <a:pt x="35316" y="0"/>
                    <a:pt x="78732" y="0"/>
                  </a:cubicBezTo>
                  <a:lnTo>
                    <a:pt x="181395" y="0"/>
                  </a:lnTo>
                  <a:cubicBezTo>
                    <a:pt x="224811" y="0"/>
                    <a:pt x="260127" y="35316"/>
                    <a:pt x="260127" y="78732"/>
                  </a:cubicBezTo>
                  <a:lnTo>
                    <a:pt x="260127" y="181395"/>
                  </a:lnTo>
                  <a:cubicBezTo>
                    <a:pt x="260127" y="224811"/>
                    <a:pt x="224811" y="260127"/>
                    <a:pt x="181395" y="260127"/>
                  </a:cubicBezTo>
                  <a:close/>
                  <a:moveTo>
                    <a:pt x="78723" y="21924"/>
                  </a:moveTo>
                  <a:cubicBezTo>
                    <a:pt x="47394" y="21924"/>
                    <a:pt x="21915" y="47412"/>
                    <a:pt x="21915" y="78732"/>
                  </a:cubicBezTo>
                  <a:lnTo>
                    <a:pt x="21915" y="181395"/>
                  </a:lnTo>
                  <a:cubicBezTo>
                    <a:pt x="21915" y="212724"/>
                    <a:pt x="47403" y="238203"/>
                    <a:pt x="78723" y="238203"/>
                  </a:cubicBezTo>
                  <a:lnTo>
                    <a:pt x="181386" y="238203"/>
                  </a:lnTo>
                  <a:cubicBezTo>
                    <a:pt x="212715" y="238203"/>
                    <a:pt x="238194" y="212715"/>
                    <a:pt x="238194" y="181395"/>
                  </a:cubicBezTo>
                  <a:lnTo>
                    <a:pt x="238194" y="78732"/>
                  </a:lnTo>
                  <a:cubicBezTo>
                    <a:pt x="238194" y="47403"/>
                    <a:pt x="212706" y="21924"/>
                    <a:pt x="181386" y="21924"/>
                  </a:cubicBezTo>
                  <a:lnTo>
                    <a:pt x="78723" y="21924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/>
            </a:p>
          </p:txBody>
        </p:sp>
        <p:sp>
          <p:nvSpPr>
            <p:cNvPr id="55" name="Freeform: Shape 54">
              <a:hlinkClick r:id="rId10"/>
              <a:extLst>
                <a:ext uri="{FF2B5EF4-FFF2-40B4-BE49-F238E27FC236}">
                  <a16:creationId xmlns:a16="http://schemas.microsoft.com/office/drawing/2014/main" id="{5FA9373C-7491-AA69-9FBF-B80BB1EA132B}"/>
                </a:ext>
              </a:extLst>
            </p:cNvPr>
            <p:cNvSpPr/>
            <p:nvPr/>
          </p:nvSpPr>
          <p:spPr>
            <a:xfrm>
              <a:off x="1928691" y="3660732"/>
              <a:ext cx="139265" cy="139265"/>
            </a:xfrm>
            <a:custGeom>
              <a:avLst/>
              <a:gdLst>
                <a:gd name="connsiteX0" fmla="*/ 69633 w 139265"/>
                <a:gd name="connsiteY0" fmla="*/ 139266 h 139265"/>
                <a:gd name="connsiteX1" fmla="*/ 0 w 139265"/>
                <a:gd name="connsiteY1" fmla="*/ 69633 h 139265"/>
                <a:gd name="connsiteX2" fmla="*/ 69633 w 139265"/>
                <a:gd name="connsiteY2" fmla="*/ 0 h 139265"/>
                <a:gd name="connsiteX3" fmla="*/ 139266 w 139265"/>
                <a:gd name="connsiteY3" fmla="*/ 69633 h 139265"/>
                <a:gd name="connsiteX4" fmla="*/ 69633 w 139265"/>
                <a:gd name="connsiteY4" fmla="*/ 139266 h 139265"/>
                <a:gd name="connsiteX5" fmla="*/ 69633 w 139265"/>
                <a:gd name="connsiteY5" fmla="*/ 25785 h 139265"/>
                <a:gd name="connsiteX6" fmla="*/ 25794 w 139265"/>
                <a:gd name="connsiteY6" fmla="*/ 69624 h 139265"/>
                <a:gd name="connsiteX7" fmla="*/ 69633 w 139265"/>
                <a:gd name="connsiteY7" fmla="*/ 113463 h 139265"/>
                <a:gd name="connsiteX8" fmla="*/ 113472 w 139265"/>
                <a:gd name="connsiteY8" fmla="*/ 69624 h 139265"/>
                <a:gd name="connsiteX9" fmla="*/ 69633 w 139265"/>
                <a:gd name="connsiteY9" fmla="*/ 25785 h 139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265" h="139265">
                  <a:moveTo>
                    <a:pt x="69633" y="139266"/>
                  </a:moveTo>
                  <a:cubicBezTo>
                    <a:pt x="31239" y="139266"/>
                    <a:pt x="0" y="108027"/>
                    <a:pt x="0" y="69633"/>
                  </a:cubicBezTo>
                  <a:cubicBezTo>
                    <a:pt x="0" y="31239"/>
                    <a:pt x="31239" y="0"/>
                    <a:pt x="69633" y="0"/>
                  </a:cubicBezTo>
                  <a:cubicBezTo>
                    <a:pt x="108027" y="0"/>
                    <a:pt x="139266" y="31239"/>
                    <a:pt x="139266" y="69633"/>
                  </a:cubicBezTo>
                  <a:cubicBezTo>
                    <a:pt x="139266" y="108027"/>
                    <a:pt x="108027" y="139266"/>
                    <a:pt x="69633" y="139266"/>
                  </a:cubicBezTo>
                  <a:close/>
                  <a:moveTo>
                    <a:pt x="69633" y="25785"/>
                  </a:moveTo>
                  <a:cubicBezTo>
                    <a:pt x="45459" y="25785"/>
                    <a:pt x="25794" y="45450"/>
                    <a:pt x="25794" y="69624"/>
                  </a:cubicBezTo>
                  <a:cubicBezTo>
                    <a:pt x="25794" y="93798"/>
                    <a:pt x="45459" y="113463"/>
                    <a:pt x="69633" y="113463"/>
                  </a:cubicBezTo>
                  <a:cubicBezTo>
                    <a:pt x="93807" y="113463"/>
                    <a:pt x="113472" y="93798"/>
                    <a:pt x="113472" y="69624"/>
                  </a:cubicBezTo>
                  <a:cubicBezTo>
                    <a:pt x="113472" y="45450"/>
                    <a:pt x="93807" y="25785"/>
                    <a:pt x="69633" y="25785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477807A-382C-BAC2-227C-45D2EF610CD4}"/>
                </a:ext>
              </a:extLst>
            </p:cNvPr>
            <p:cNvSpPr/>
            <p:nvPr/>
          </p:nvSpPr>
          <p:spPr>
            <a:xfrm>
              <a:off x="2055556" y="3643822"/>
              <a:ext cx="31427" cy="31427"/>
            </a:xfrm>
            <a:custGeom>
              <a:avLst/>
              <a:gdLst>
                <a:gd name="connsiteX0" fmla="*/ 31428 w 31427"/>
                <a:gd name="connsiteY0" fmla="*/ 15714 h 31427"/>
                <a:gd name="connsiteX1" fmla="*/ 15714 w 31427"/>
                <a:gd name="connsiteY1" fmla="*/ 31428 h 31427"/>
                <a:gd name="connsiteX2" fmla="*/ 0 w 31427"/>
                <a:gd name="connsiteY2" fmla="*/ 15714 h 31427"/>
                <a:gd name="connsiteX3" fmla="*/ 15714 w 31427"/>
                <a:gd name="connsiteY3" fmla="*/ 0 h 31427"/>
                <a:gd name="connsiteX4" fmla="*/ 31428 w 31427"/>
                <a:gd name="connsiteY4" fmla="*/ 15714 h 3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27" h="31427">
                  <a:moveTo>
                    <a:pt x="31428" y="15714"/>
                  </a:moveTo>
                  <a:cubicBezTo>
                    <a:pt x="31428" y="24393"/>
                    <a:pt x="24393" y="31428"/>
                    <a:pt x="15714" y="31428"/>
                  </a:cubicBezTo>
                  <a:cubicBezTo>
                    <a:pt x="7035" y="31428"/>
                    <a:pt x="0" y="24393"/>
                    <a:pt x="0" y="15714"/>
                  </a:cubicBezTo>
                  <a:cubicBezTo>
                    <a:pt x="0" y="7035"/>
                    <a:pt x="7035" y="0"/>
                    <a:pt x="15714" y="0"/>
                  </a:cubicBezTo>
                  <a:cubicBezTo>
                    <a:pt x="24393" y="0"/>
                    <a:pt x="31428" y="7035"/>
                    <a:pt x="31428" y="15714"/>
                  </a:cubicBez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/>
            </a:p>
          </p:txBody>
        </p:sp>
        <p:sp>
          <p:nvSpPr>
            <p:cNvPr id="57" name="Rectangle: Rounded Corners 56">
              <a:hlinkClick r:id="rId11"/>
              <a:extLst>
                <a:ext uri="{FF2B5EF4-FFF2-40B4-BE49-F238E27FC236}">
                  <a16:creationId xmlns:a16="http://schemas.microsoft.com/office/drawing/2014/main" id="{55001CD1-A7C0-78E3-0F25-10F6D507D4FF}"/>
                </a:ext>
              </a:extLst>
            </p:cNvPr>
            <p:cNvSpPr/>
            <p:nvPr/>
          </p:nvSpPr>
          <p:spPr>
            <a:xfrm>
              <a:off x="2232000" y="3552506"/>
              <a:ext cx="365760" cy="365760"/>
            </a:xfrm>
            <a:prstGeom prst="roundRect">
              <a:avLst>
                <a:gd name="adj" fmla="val 10798"/>
              </a:avLst>
            </a:pr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72BF732-490A-9BD9-CA77-BB0E79D1187C}"/>
                </a:ext>
              </a:extLst>
            </p:cNvPr>
            <p:cNvSpPr/>
            <p:nvPr/>
          </p:nvSpPr>
          <p:spPr>
            <a:xfrm>
              <a:off x="2293475" y="3731902"/>
              <a:ext cx="117600" cy="115708"/>
            </a:xfrm>
            <a:custGeom>
              <a:avLst/>
              <a:gdLst>
                <a:gd name="connsiteX0" fmla="*/ 105613 w 117600"/>
                <a:gd name="connsiteY0" fmla="*/ 0 h 115708"/>
                <a:gd name="connsiteX1" fmla="*/ 117601 w 117600"/>
                <a:gd name="connsiteY1" fmla="*/ 16029 h 115708"/>
                <a:gd name="connsiteX2" fmla="*/ 108814 w 117600"/>
                <a:gd name="connsiteY2" fmla="*/ 25658 h 115708"/>
                <a:gd name="connsiteX3" fmla="*/ 99816 w 117600"/>
                <a:gd name="connsiteY3" fmla="*/ 35534 h 115708"/>
                <a:gd name="connsiteX4" fmla="*/ 26627 w 117600"/>
                <a:gd name="connsiteY4" fmla="*/ 115708 h 115708"/>
                <a:gd name="connsiteX5" fmla="*/ 0 w 117600"/>
                <a:gd name="connsiteY5" fmla="*/ 115708 h 115708"/>
                <a:gd name="connsiteX6" fmla="*/ 96808 w 117600"/>
                <a:gd name="connsiteY6" fmla="*/ 9629 h 115708"/>
                <a:gd name="connsiteX7" fmla="*/ 103181 w 117600"/>
                <a:gd name="connsiteY7" fmla="*/ 2652 h 115708"/>
                <a:gd name="connsiteX8" fmla="*/ 105613 w 117600"/>
                <a:gd name="connsiteY8" fmla="*/ 0 h 1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600" h="115708">
                  <a:moveTo>
                    <a:pt x="105613" y="0"/>
                  </a:moveTo>
                  <a:lnTo>
                    <a:pt x="117601" y="16029"/>
                  </a:lnTo>
                  <a:lnTo>
                    <a:pt x="108814" y="25658"/>
                  </a:lnTo>
                  <a:lnTo>
                    <a:pt x="99816" y="35534"/>
                  </a:lnTo>
                  <a:lnTo>
                    <a:pt x="26627" y="115708"/>
                  </a:lnTo>
                  <a:lnTo>
                    <a:pt x="0" y="115708"/>
                  </a:lnTo>
                  <a:lnTo>
                    <a:pt x="96808" y="9629"/>
                  </a:lnTo>
                  <a:lnTo>
                    <a:pt x="103181" y="2652"/>
                  </a:lnTo>
                  <a:lnTo>
                    <a:pt x="105613" y="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ED6A686-39AE-E1DE-2276-789A030128CF}"/>
                </a:ext>
              </a:extLst>
            </p:cNvPr>
            <p:cNvSpPr/>
            <p:nvPr/>
          </p:nvSpPr>
          <p:spPr>
            <a:xfrm>
              <a:off x="2417769" y="3611686"/>
              <a:ext cx="117619" cy="115753"/>
            </a:xfrm>
            <a:custGeom>
              <a:avLst/>
              <a:gdLst>
                <a:gd name="connsiteX0" fmla="*/ 117619 w 117619"/>
                <a:gd name="connsiteY0" fmla="*/ 0 h 115753"/>
                <a:gd name="connsiteX1" fmla="*/ 20793 w 117619"/>
                <a:gd name="connsiteY1" fmla="*/ 106107 h 115753"/>
                <a:gd name="connsiteX2" fmla="*/ 14438 w 117619"/>
                <a:gd name="connsiteY2" fmla="*/ 113056 h 115753"/>
                <a:gd name="connsiteX3" fmla="*/ 11988 w 117619"/>
                <a:gd name="connsiteY3" fmla="*/ 115754 h 115753"/>
                <a:gd name="connsiteX4" fmla="*/ 0 w 117619"/>
                <a:gd name="connsiteY4" fmla="*/ 99715 h 115753"/>
                <a:gd name="connsiteX5" fmla="*/ 8787 w 117619"/>
                <a:gd name="connsiteY5" fmla="*/ 90096 h 115753"/>
                <a:gd name="connsiteX6" fmla="*/ 17813 w 117619"/>
                <a:gd name="connsiteY6" fmla="*/ 80193 h 115753"/>
                <a:gd name="connsiteX7" fmla="*/ 90992 w 117619"/>
                <a:gd name="connsiteY7" fmla="*/ 0 h 115753"/>
                <a:gd name="connsiteX8" fmla="*/ 117619 w 117619"/>
                <a:gd name="connsiteY8" fmla="*/ 0 h 115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619" h="115753">
                  <a:moveTo>
                    <a:pt x="117619" y="0"/>
                  </a:moveTo>
                  <a:lnTo>
                    <a:pt x="20793" y="106107"/>
                  </a:lnTo>
                  <a:lnTo>
                    <a:pt x="14438" y="113056"/>
                  </a:lnTo>
                  <a:lnTo>
                    <a:pt x="11988" y="115754"/>
                  </a:lnTo>
                  <a:lnTo>
                    <a:pt x="0" y="99715"/>
                  </a:lnTo>
                  <a:lnTo>
                    <a:pt x="8787" y="90096"/>
                  </a:lnTo>
                  <a:lnTo>
                    <a:pt x="17813" y="80193"/>
                  </a:lnTo>
                  <a:lnTo>
                    <a:pt x="90992" y="0"/>
                  </a:lnTo>
                  <a:lnTo>
                    <a:pt x="117619" y="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/>
            </a:p>
          </p:txBody>
        </p:sp>
        <p:sp>
          <p:nvSpPr>
            <p:cNvPr id="60" name="Freeform: Shape 59">
              <a:hlinkClick r:id="rId11"/>
              <a:extLst>
                <a:ext uri="{FF2B5EF4-FFF2-40B4-BE49-F238E27FC236}">
                  <a16:creationId xmlns:a16="http://schemas.microsoft.com/office/drawing/2014/main" id="{84DB7FC0-73DF-3EA4-AFAC-D2E933E5B247}"/>
                </a:ext>
              </a:extLst>
            </p:cNvPr>
            <p:cNvSpPr/>
            <p:nvPr/>
          </p:nvSpPr>
          <p:spPr>
            <a:xfrm>
              <a:off x="2293091" y="3611686"/>
              <a:ext cx="242663" cy="235924"/>
            </a:xfrm>
            <a:custGeom>
              <a:avLst/>
              <a:gdLst>
                <a:gd name="connsiteX0" fmla="*/ 150666 w 242663"/>
                <a:gd name="connsiteY0" fmla="*/ 113056 h 235924"/>
                <a:gd name="connsiteX1" fmla="*/ 145472 w 242663"/>
                <a:gd name="connsiteY1" fmla="*/ 106107 h 235924"/>
                <a:gd name="connsiteX2" fmla="*/ 133466 w 242663"/>
                <a:gd name="connsiteY2" fmla="*/ 90096 h 235924"/>
                <a:gd name="connsiteX3" fmla="*/ 126050 w 242663"/>
                <a:gd name="connsiteY3" fmla="*/ 80193 h 235924"/>
                <a:gd name="connsiteX4" fmla="*/ 66065 w 242663"/>
                <a:gd name="connsiteY4" fmla="*/ 0 h 235924"/>
                <a:gd name="connsiteX5" fmla="*/ 0 w 242663"/>
                <a:gd name="connsiteY5" fmla="*/ 0 h 235924"/>
                <a:gd name="connsiteX6" fmla="*/ 91979 w 242663"/>
                <a:gd name="connsiteY6" fmla="*/ 122868 h 235924"/>
                <a:gd name="connsiteX7" fmla="*/ 97192 w 242663"/>
                <a:gd name="connsiteY7" fmla="*/ 129836 h 235924"/>
                <a:gd name="connsiteX8" fmla="*/ 109198 w 242663"/>
                <a:gd name="connsiteY8" fmla="*/ 145865 h 235924"/>
                <a:gd name="connsiteX9" fmla="*/ 116595 w 242663"/>
                <a:gd name="connsiteY9" fmla="*/ 155731 h 235924"/>
                <a:gd name="connsiteX10" fmla="*/ 176598 w 242663"/>
                <a:gd name="connsiteY10" fmla="*/ 235924 h 235924"/>
                <a:gd name="connsiteX11" fmla="*/ 242663 w 242663"/>
                <a:gd name="connsiteY11" fmla="*/ 235924 h 235924"/>
                <a:gd name="connsiteX12" fmla="*/ 150666 w 242663"/>
                <a:gd name="connsiteY12" fmla="*/ 113056 h 235924"/>
                <a:gd name="connsiteX13" fmla="*/ 126836 w 242663"/>
                <a:gd name="connsiteY13" fmla="*/ 148060 h 235924"/>
                <a:gd name="connsiteX14" fmla="*/ 117976 w 242663"/>
                <a:gd name="connsiteY14" fmla="*/ 136236 h 235924"/>
                <a:gd name="connsiteX15" fmla="*/ 105988 w 242663"/>
                <a:gd name="connsiteY15" fmla="*/ 120207 h 235924"/>
                <a:gd name="connsiteX16" fmla="*/ 102221 w 242663"/>
                <a:gd name="connsiteY16" fmla="*/ 115178 h 235924"/>
                <a:gd name="connsiteX17" fmla="*/ 25603 w 242663"/>
                <a:gd name="connsiteY17" fmla="*/ 12811 h 235924"/>
                <a:gd name="connsiteX18" fmla="*/ 59655 w 242663"/>
                <a:gd name="connsiteY18" fmla="*/ 12811 h 235924"/>
                <a:gd name="connsiteX19" fmla="*/ 115800 w 242663"/>
                <a:gd name="connsiteY19" fmla="*/ 87856 h 235924"/>
                <a:gd name="connsiteX20" fmla="*/ 124678 w 242663"/>
                <a:gd name="connsiteY20" fmla="*/ 99715 h 235924"/>
                <a:gd name="connsiteX21" fmla="*/ 136666 w 242663"/>
                <a:gd name="connsiteY21" fmla="*/ 115745 h 235924"/>
                <a:gd name="connsiteX22" fmla="*/ 140415 w 242663"/>
                <a:gd name="connsiteY22" fmla="*/ 120737 h 235924"/>
                <a:gd name="connsiteX23" fmla="*/ 217069 w 242663"/>
                <a:gd name="connsiteY23" fmla="*/ 223104 h 235924"/>
                <a:gd name="connsiteX24" fmla="*/ 183017 w 242663"/>
                <a:gd name="connsiteY24" fmla="*/ 223104 h 235924"/>
                <a:gd name="connsiteX25" fmla="*/ 126836 w 242663"/>
                <a:gd name="connsiteY25" fmla="*/ 148060 h 235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2663" h="235924">
                  <a:moveTo>
                    <a:pt x="150666" y="113056"/>
                  </a:moveTo>
                  <a:lnTo>
                    <a:pt x="145472" y="106107"/>
                  </a:lnTo>
                  <a:lnTo>
                    <a:pt x="133466" y="90096"/>
                  </a:lnTo>
                  <a:lnTo>
                    <a:pt x="126050" y="80193"/>
                  </a:lnTo>
                  <a:lnTo>
                    <a:pt x="66065" y="0"/>
                  </a:lnTo>
                  <a:lnTo>
                    <a:pt x="0" y="0"/>
                  </a:lnTo>
                  <a:lnTo>
                    <a:pt x="91979" y="122868"/>
                  </a:lnTo>
                  <a:lnTo>
                    <a:pt x="97192" y="129836"/>
                  </a:lnTo>
                  <a:lnTo>
                    <a:pt x="109198" y="145865"/>
                  </a:lnTo>
                  <a:lnTo>
                    <a:pt x="116595" y="155731"/>
                  </a:lnTo>
                  <a:lnTo>
                    <a:pt x="176598" y="235924"/>
                  </a:lnTo>
                  <a:lnTo>
                    <a:pt x="242663" y="235924"/>
                  </a:lnTo>
                  <a:lnTo>
                    <a:pt x="150666" y="113056"/>
                  </a:lnTo>
                  <a:close/>
                  <a:moveTo>
                    <a:pt x="126836" y="148060"/>
                  </a:moveTo>
                  <a:lnTo>
                    <a:pt x="117976" y="136236"/>
                  </a:lnTo>
                  <a:lnTo>
                    <a:pt x="105988" y="120207"/>
                  </a:lnTo>
                  <a:lnTo>
                    <a:pt x="102221" y="115178"/>
                  </a:lnTo>
                  <a:lnTo>
                    <a:pt x="25603" y="12811"/>
                  </a:lnTo>
                  <a:lnTo>
                    <a:pt x="59655" y="12811"/>
                  </a:lnTo>
                  <a:lnTo>
                    <a:pt x="115800" y="87856"/>
                  </a:lnTo>
                  <a:lnTo>
                    <a:pt x="124678" y="99715"/>
                  </a:lnTo>
                  <a:lnTo>
                    <a:pt x="136666" y="115745"/>
                  </a:lnTo>
                  <a:lnTo>
                    <a:pt x="140415" y="120737"/>
                  </a:lnTo>
                  <a:lnTo>
                    <a:pt x="217069" y="223104"/>
                  </a:lnTo>
                  <a:lnTo>
                    <a:pt x="183017" y="223104"/>
                  </a:lnTo>
                  <a:lnTo>
                    <a:pt x="126836" y="148060"/>
                  </a:lnTo>
                  <a:close/>
                </a:path>
              </a:pathLst>
            </a:custGeom>
            <a:solidFill>
              <a:schemeClr val="accent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/>
            </a:p>
          </p:txBody>
        </p:sp>
        <p:sp>
          <p:nvSpPr>
            <p:cNvPr id="61" name="Rectangle: Rounded Corners 60">
              <a:hlinkClick r:id="rId12"/>
              <a:extLst>
                <a:ext uri="{FF2B5EF4-FFF2-40B4-BE49-F238E27FC236}">
                  <a16:creationId xmlns:a16="http://schemas.microsoft.com/office/drawing/2014/main" id="{E591ABB2-CD0B-5047-D6F5-0BEAF52A23DB}"/>
                </a:ext>
              </a:extLst>
            </p:cNvPr>
            <p:cNvSpPr/>
            <p:nvPr/>
          </p:nvSpPr>
          <p:spPr>
            <a:xfrm>
              <a:off x="2651435" y="3552506"/>
              <a:ext cx="365760" cy="362869"/>
            </a:xfrm>
            <a:prstGeom prst="roundRect">
              <a:avLst>
                <a:gd name="adj" fmla="val 9625"/>
              </a:avLst>
            </a:prstGeom>
            <a:solidFill>
              <a:schemeClr val="bg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n-GB"/>
            </a:p>
          </p:txBody>
        </p:sp>
        <p:grpSp>
          <p:nvGrpSpPr>
            <p:cNvPr id="62" name="Graphic 27">
              <a:extLst>
                <a:ext uri="{FF2B5EF4-FFF2-40B4-BE49-F238E27FC236}">
                  <a16:creationId xmlns:a16="http://schemas.microsoft.com/office/drawing/2014/main" id="{9B4A4E19-518F-942C-26DB-1DB365AD1761}"/>
                </a:ext>
              </a:extLst>
            </p:cNvPr>
            <p:cNvGrpSpPr/>
            <p:nvPr/>
          </p:nvGrpSpPr>
          <p:grpSpPr>
            <a:xfrm>
              <a:off x="2708315" y="3636182"/>
              <a:ext cx="252000" cy="188375"/>
              <a:chOff x="5018102" y="2901258"/>
              <a:chExt cx="252000" cy="188375"/>
            </a:xfrm>
          </p:grpSpPr>
          <p:sp>
            <p:nvSpPr>
              <p:cNvPr id="63" name="Freeform: Shape 62">
                <a:hlinkClick r:id="rId12"/>
                <a:extLst>
                  <a:ext uri="{FF2B5EF4-FFF2-40B4-BE49-F238E27FC236}">
                    <a16:creationId xmlns:a16="http://schemas.microsoft.com/office/drawing/2014/main" id="{FCD12336-65C3-91A3-FCE7-B856BAC4162C}"/>
                  </a:ext>
                </a:extLst>
              </p:cNvPr>
              <p:cNvSpPr/>
              <p:nvPr/>
            </p:nvSpPr>
            <p:spPr>
              <a:xfrm>
                <a:off x="5018102" y="2901258"/>
                <a:ext cx="252000" cy="188375"/>
              </a:xfrm>
              <a:custGeom>
                <a:avLst/>
                <a:gdLst>
                  <a:gd name="connsiteX0" fmla="*/ 244145 w 267004"/>
                  <a:gd name="connsiteY0" fmla="*/ 0 h 188375"/>
                  <a:gd name="connsiteX1" fmla="*/ 267005 w 267004"/>
                  <a:gd name="connsiteY1" fmla="*/ 22860 h 188375"/>
                  <a:gd name="connsiteX2" fmla="*/ 267005 w 267004"/>
                  <a:gd name="connsiteY2" fmla="*/ 165516 h 188375"/>
                  <a:gd name="connsiteX3" fmla="*/ 244145 w 267004"/>
                  <a:gd name="connsiteY3" fmla="*/ 188376 h 188375"/>
                  <a:gd name="connsiteX4" fmla="*/ 22860 w 267004"/>
                  <a:gd name="connsiteY4" fmla="*/ 188376 h 188375"/>
                  <a:gd name="connsiteX5" fmla="*/ 0 w 267004"/>
                  <a:gd name="connsiteY5" fmla="*/ 165516 h 188375"/>
                  <a:gd name="connsiteX6" fmla="*/ 0 w 267004"/>
                  <a:gd name="connsiteY6" fmla="*/ 22860 h 188375"/>
                  <a:gd name="connsiteX7" fmla="*/ 22860 w 267004"/>
                  <a:gd name="connsiteY7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7004" h="188375">
                    <a:moveTo>
                      <a:pt x="244145" y="0"/>
                    </a:moveTo>
                    <a:cubicBezTo>
                      <a:pt x="256770" y="0"/>
                      <a:pt x="267005" y="10235"/>
                      <a:pt x="267005" y="22860"/>
                    </a:cubicBezTo>
                    <a:lnTo>
                      <a:pt x="267005" y="165516"/>
                    </a:lnTo>
                    <a:cubicBezTo>
                      <a:pt x="267005" y="178141"/>
                      <a:pt x="256770" y="188376"/>
                      <a:pt x="244145" y="188376"/>
                    </a:cubicBezTo>
                    <a:lnTo>
                      <a:pt x="22860" y="188376"/>
                    </a:lnTo>
                    <a:cubicBezTo>
                      <a:pt x="10235" y="188376"/>
                      <a:pt x="0" y="178141"/>
                      <a:pt x="0" y="165516"/>
                    </a:cubicBezTo>
                    <a:lnTo>
                      <a:pt x="0" y="22860"/>
                    </a:lnTo>
                    <a:cubicBezTo>
                      <a:pt x="0" y="10235"/>
                      <a:pt x="10235" y="0"/>
                      <a:pt x="228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GB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A01BFD58-ECFA-8C0A-83F2-AB277ADC775A}"/>
                  </a:ext>
                </a:extLst>
              </p:cNvPr>
              <p:cNvSpPr/>
              <p:nvPr/>
            </p:nvSpPr>
            <p:spPr>
              <a:xfrm>
                <a:off x="5112833" y="2954211"/>
                <a:ext cx="71122" cy="81427"/>
              </a:xfrm>
              <a:custGeom>
                <a:avLst/>
                <a:gdLst>
                  <a:gd name="connsiteX0" fmla="*/ 71122 w 71122"/>
                  <a:gd name="connsiteY0" fmla="*/ 40709 h 81427"/>
                  <a:gd name="connsiteX1" fmla="*/ 0 w 71122"/>
                  <a:gd name="connsiteY1" fmla="*/ 0 h 81427"/>
                  <a:gd name="connsiteX2" fmla="*/ 0 w 71122"/>
                  <a:gd name="connsiteY2" fmla="*/ 81427 h 81427"/>
                  <a:gd name="connsiteX3" fmla="*/ 71122 w 71122"/>
                  <a:gd name="connsiteY3" fmla="*/ 40709 h 81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122" h="81427">
                    <a:moveTo>
                      <a:pt x="71122" y="40709"/>
                    </a:moveTo>
                    <a:lnTo>
                      <a:pt x="0" y="0"/>
                    </a:lnTo>
                    <a:lnTo>
                      <a:pt x="0" y="81427"/>
                    </a:lnTo>
                    <a:lnTo>
                      <a:pt x="71122" y="40709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7341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think-cell data - do not delete" hidden="1">
            <a:extLst>
              <a:ext uri="{FF2B5EF4-FFF2-40B4-BE49-F238E27FC236}">
                <a16:creationId xmlns:a16="http://schemas.microsoft.com/office/drawing/2014/main" id="{9DE84F4E-7FD1-AD6E-AAD2-9A3149C11D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45263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E84F4E-7FD1-AD6E-AAD2-9A3149C11D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CDCA671A-DF1C-C59B-0C7A-106867D63CE2}"/>
              </a:ext>
            </a:extLst>
          </p:cNvPr>
          <p:cNvSpPr/>
          <p:nvPr userDrawn="1"/>
        </p:nvSpPr>
        <p:spPr>
          <a:xfrm>
            <a:off x="5170174" y="1860946"/>
            <a:ext cx="2407154" cy="61555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F5724-C137-47F3-B441-6C1B9714F57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 vert="horz"/>
          <a:lstStyle>
            <a:lvl1pPr rtl="0"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1F4118-D01B-40DD-940F-068338DB15A5}"/>
              </a:ext>
            </a:extLst>
          </p:cNvPr>
          <p:cNvSpPr/>
          <p:nvPr userDrawn="1"/>
        </p:nvSpPr>
        <p:spPr>
          <a:xfrm>
            <a:off x="2992848" y="2236614"/>
            <a:ext cx="839614" cy="411225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 rtl="0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 rtl="0"/>
            <a:r>
              <a:rPr lang="en-GB" sz="800">
                <a:solidFill>
                  <a:schemeClr val="bg1"/>
                </a:solidFill>
              </a:rPr>
              <a:t>51</a:t>
            </a:r>
          </a:p>
          <a:p>
            <a:pPr algn="ctr" rtl="0"/>
            <a:r>
              <a:rPr lang="en-GB" sz="800">
                <a:solidFill>
                  <a:schemeClr val="bg1"/>
                </a:solidFill>
              </a:rPr>
              <a:t>141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7C791-7BB0-4AC9-BDE9-68939F34221B}"/>
              </a:ext>
            </a:extLst>
          </p:cNvPr>
          <p:cNvSpPr/>
          <p:nvPr userDrawn="1"/>
        </p:nvSpPr>
        <p:spPr>
          <a:xfrm>
            <a:off x="994783" y="1577627"/>
            <a:ext cx="839614" cy="411225"/>
          </a:xfrm>
          <a:prstGeom prst="rect">
            <a:avLst/>
          </a:prstGeom>
          <a:solidFill>
            <a:srgbClr val="0C2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 rtl="0"/>
            <a:r>
              <a:rPr lang="en-GB" sz="800">
                <a:solidFill>
                  <a:schemeClr val="bg1"/>
                </a:solidFill>
              </a:rPr>
              <a:t>12</a:t>
            </a:r>
          </a:p>
          <a:p>
            <a:pPr algn="ctr" rtl="0"/>
            <a:r>
              <a:rPr lang="en-GB" sz="800">
                <a:solidFill>
                  <a:schemeClr val="bg1"/>
                </a:solidFill>
              </a:rPr>
              <a:t>35</a:t>
            </a:r>
          </a:p>
          <a:p>
            <a:pPr algn="ctr" rtl="0"/>
            <a:r>
              <a:rPr lang="en-GB" sz="800">
                <a:solidFill>
                  <a:schemeClr val="bg1"/>
                </a:solidFill>
              </a:rPr>
              <a:t>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93543-F502-48B0-9E65-053408E60BF0}"/>
              </a:ext>
            </a:extLst>
          </p:cNvPr>
          <p:cNvSpPr/>
          <p:nvPr userDrawn="1"/>
        </p:nvSpPr>
        <p:spPr>
          <a:xfrm>
            <a:off x="994783" y="2092189"/>
            <a:ext cx="839614" cy="411225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 rtl="0"/>
            <a:r>
              <a:rPr lang="en-GB" sz="800">
                <a:solidFill>
                  <a:sysClr val="windowText" lastClr="000000"/>
                </a:solidFill>
              </a:rPr>
              <a:t>172</a:t>
            </a:r>
          </a:p>
          <a:p>
            <a:pPr algn="ctr" rtl="0"/>
            <a:r>
              <a:rPr lang="en-GB" sz="800">
                <a:solidFill>
                  <a:sysClr val="windowText" lastClr="000000"/>
                </a:solidFill>
              </a:rPr>
              <a:t>234</a:t>
            </a:r>
          </a:p>
          <a:p>
            <a:pPr algn="ctr" rtl="0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09040-9C95-48FE-AA99-4757E8328519}"/>
              </a:ext>
            </a:extLst>
          </p:cNvPr>
          <p:cNvSpPr/>
          <p:nvPr userDrawn="1"/>
        </p:nvSpPr>
        <p:spPr>
          <a:xfrm>
            <a:off x="2992848" y="1732478"/>
            <a:ext cx="839614" cy="411225"/>
          </a:xfrm>
          <a:prstGeom prst="rect">
            <a:avLst/>
          </a:prstGeom>
          <a:solidFill>
            <a:srgbClr val="76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 rtl="0"/>
            <a:r>
              <a:rPr lang="en-GB" sz="800">
                <a:solidFill>
                  <a:sysClr val="windowText" lastClr="000000"/>
                </a:solidFill>
              </a:rPr>
              <a:t>118</a:t>
            </a:r>
          </a:p>
          <a:p>
            <a:pPr algn="ctr" rtl="0"/>
            <a:r>
              <a:rPr lang="en-GB" sz="800">
                <a:solidFill>
                  <a:sysClr val="windowText" lastClr="000000"/>
                </a:solidFill>
              </a:rPr>
              <a:t>210</a:t>
            </a:r>
          </a:p>
          <a:p>
            <a:pPr algn="ctr" rtl="0"/>
            <a:r>
              <a:rPr lang="en-GB" sz="800">
                <a:solidFill>
                  <a:sysClr val="windowText" lastClr="000000"/>
                </a:solidFill>
              </a:rPr>
              <a:t>255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97B22-3CA8-4621-8A3B-B9D2E3D07988}"/>
              </a:ext>
            </a:extLst>
          </p:cNvPr>
          <p:cNvSpPr txBox="1"/>
          <p:nvPr userDrawn="1"/>
        </p:nvSpPr>
        <p:spPr>
          <a:xfrm>
            <a:off x="983882" y="1330325"/>
            <a:ext cx="1364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rtl="0">
              <a:spcAft>
                <a:spcPts val="600"/>
              </a:spcAft>
            </a:pPr>
            <a:r>
              <a:rPr lang="en-GB" sz="1000" b="1">
                <a:solidFill>
                  <a:sysClr val="windowText" lastClr="000000"/>
                </a:solidFill>
              </a:rPr>
              <a:t>Primary Colors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53D312-00EF-44B5-9D91-290BE0E19654}"/>
              </a:ext>
            </a:extLst>
          </p:cNvPr>
          <p:cNvSpPr/>
          <p:nvPr userDrawn="1"/>
        </p:nvSpPr>
        <p:spPr>
          <a:xfrm>
            <a:off x="994783" y="2603244"/>
            <a:ext cx="839614" cy="411225"/>
          </a:xfrm>
          <a:prstGeom prst="rect">
            <a:avLst/>
          </a:prstGeom>
          <a:solidFill>
            <a:srgbClr val="00B8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 rtl="0"/>
            <a:r>
              <a:rPr lang="en-GB" sz="800">
                <a:solidFill>
                  <a:schemeClr val="bg1"/>
                </a:solidFill>
              </a:rPr>
              <a:t>0</a:t>
            </a:r>
          </a:p>
          <a:p>
            <a:pPr algn="ctr" rtl="0"/>
            <a:r>
              <a:rPr lang="en-GB" sz="800">
                <a:solidFill>
                  <a:schemeClr val="bg1"/>
                </a:solidFill>
              </a:rPr>
              <a:t>184</a:t>
            </a:r>
          </a:p>
          <a:p>
            <a:pPr algn="ctr" rtl="0"/>
            <a:r>
              <a:rPr lang="en-GB" sz="800">
                <a:solidFill>
                  <a:schemeClr val="bg1"/>
                </a:solidFill>
              </a:rPr>
              <a:t>245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07E492-5EF0-4085-AA14-90D280B1DF69}"/>
              </a:ext>
            </a:extLst>
          </p:cNvPr>
          <p:cNvSpPr txBox="1"/>
          <p:nvPr userDrawn="1"/>
        </p:nvSpPr>
        <p:spPr>
          <a:xfrm>
            <a:off x="1918114" y="1669436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 rtl="0">
              <a:spcAft>
                <a:spcPts val="600"/>
              </a:spcAft>
            </a:pPr>
            <a:r>
              <a:rPr lang="en-GB" sz="1000"/>
              <a:t>Dark Blue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8A2D81-3A9C-47D3-8174-874F601607DC}"/>
              </a:ext>
            </a:extLst>
          </p:cNvPr>
          <p:cNvSpPr txBox="1"/>
          <p:nvPr userDrawn="1"/>
        </p:nvSpPr>
        <p:spPr>
          <a:xfrm>
            <a:off x="3916179" y="2335432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 rtl="0">
              <a:spcAft>
                <a:spcPts val="600"/>
              </a:spcAft>
            </a:pPr>
            <a:r>
              <a:rPr lang="en-GB" sz="1000"/>
              <a:t>KPMG blue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791116-D184-4C43-9C1C-30181CDF0E84}"/>
              </a:ext>
            </a:extLst>
          </p:cNvPr>
          <p:cNvSpPr txBox="1"/>
          <p:nvPr userDrawn="1"/>
        </p:nvSpPr>
        <p:spPr>
          <a:xfrm>
            <a:off x="1918114" y="2180493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 rtl="0">
              <a:spcAft>
                <a:spcPts val="600"/>
              </a:spcAft>
            </a:pPr>
            <a:r>
              <a:rPr lang="en-GB" sz="1000"/>
              <a:t>Light Blue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430D78-5EDB-481E-BB6D-67D8689BCE11}"/>
              </a:ext>
            </a:extLst>
          </p:cNvPr>
          <p:cNvSpPr txBox="1"/>
          <p:nvPr userDrawn="1"/>
        </p:nvSpPr>
        <p:spPr>
          <a:xfrm>
            <a:off x="3916179" y="1817279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 rtl="0">
              <a:spcAft>
                <a:spcPts val="600"/>
              </a:spcAft>
            </a:pPr>
            <a:r>
              <a:rPr lang="en-GB" sz="1000"/>
              <a:t>Blue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01B4DF-404A-4544-B313-2720FCBDD0B4}"/>
              </a:ext>
            </a:extLst>
          </p:cNvPr>
          <p:cNvSpPr txBox="1"/>
          <p:nvPr userDrawn="1"/>
        </p:nvSpPr>
        <p:spPr>
          <a:xfrm>
            <a:off x="1918114" y="2690934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 rtl="0">
              <a:spcAft>
                <a:spcPts val="600"/>
              </a:spcAft>
            </a:pPr>
            <a:r>
              <a:rPr lang="en-GB" sz="1000"/>
              <a:t>Pacific Blue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231EB6-12A0-47AA-88B0-D248845383EA}"/>
              </a:ext>
            </a:extLst>
          </p:cNvPr>
          <p:cNvSpPr txBox="1"/>
          <p:nvPr userDrawn="1"/>
        </p:nvSpPr>
        <p:spPr>
          <a:xfrm>
            <a:off x="2992848" y="1330325"/>
            <a:ext cx="19463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rtl="0">
              <a:spcAft>
                <a:spcPts val="600"/>
              </a:spcAft>
            </a:pPr>
            <a:r>
              <a:rPr lang="en-GB" sz="1000" b="1">
                <a:solidFill>
                  <a:sysClr val="windowText" lastClr="000000"/>
                </a:solidFill>
              </a:rPr>
              <a:t>Other Colors for Infographics and charts only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6F71474-A782-4BB1-8B9F-8DCCEAF88E0C}"/>
              </a:ext>
            </a:extLst>
          </p:cNvPr>
          <p:cNvSpPr/>
          <p:nvPr userDrawn="1"/>
        </p:nvSpPr>
        <p:spPr>
          <a:xfrm>
            <a:off x="5514342" y="1357013"/>
            <a:ext cx="839614" cy="411225"/>
          </a:xfrm>
          <a:prstGeom prst="rect">
            <a:avLst/>
          </a:prstGeom>
          <a:gradFill>
            <a:gsLst>
              <a:gs pos="100000">
                <a:srgbClr val="ACEAFF"/>
              </a:gs>
              <a:gs pos="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 rtl="0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2D8D802-07C6-434C-B36C-582D2F2FAF7C}"/>
              </a:ext>
            </a:extLst>
          </p:cNvPr>
          <p:cNvSpPr txBox="1"/>
          <p:nvPr userDrawn="1"/>
        </p:nvSpPr>
        <p:spPr>
          <a:xfrm>
            <a:off x="6398257" y="1444703"/>
            <a:ext cx="1709098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 rtl="0">
              <a:spcAft>
                <a:spcPts val="600"/>
              </a:spcAft>
            </a:pPr>
            <a:r>
              <a:rPr lang="en-GB" sz="1000"/>
              <a:t>Pacific/</a:t>
            </a:r>
            <a:br>
              <a:rPr lang="en-GB" sz="1000"/>
            </a:br>
            <a:r>
              <a:rPr lang="en-GB" sz="1000"/>
              <a:t>Light Blue gradient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2BB3BC-9E75-931D-6EB3-D4BAEAE24420}"/>
              </a:ext>
            </a:extLst>
          </p:cNvPr>
          <p:cNvSpPr txBox="1"/>
          <p:nvPr userDrawn="1"/>
        </p:nvSpPr>
        <p:spPr>
          <a:xfrm>
            <a:off x="8188530" y="1330325"/>
            <a:ext cx="15452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rtl="0">
              <a:spcAft>
                <a:spcPts val="600"/>
              </a:spcAft>
            </a:pPr>
            <a:r>
              <a:rPr lang="en-GB" sz="1000" b="1">
                <a:solidFill>
                  <a:sysClr val="windowText" lastClr="000000"/>
                </a:solidFill>
              </a:rPr>
              <a:t>Neutrals for Infographics and charts only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9D4128-B6AF-12EC-DB60-8C5411958BEE}"/>
              </a:ext>
            </a:extLst>
          </p:cNvPr>
          <p:cNvSpPr/>
          <p:nvPr userDrawn="1"/>
        </p:nvSpPr>
        <p:spPr>
          <a:xfrm>
            <a:off x="8195325" y="1797614"/>
            <a:ext cx="839614" cy="4112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 rtl="0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 rtl="0"/>
            <a:r>
              <a:rPr lang="en-GB" sz="800">
                <a:solidFill>
                  <a:schemeClr val="tx1"/>
                </a:solidFill>
              </a:rPr>
              <a:t>229</a:t>
            </a:r>
          </a:p>
          <a:p>
            <a:pPr algn="ctr" rtl="0"/>
            <a:r>
              <a:rPr lang="en-GB" sz="800">
                <a:solidFill>
                  <a:schemeClr val="tx1"/>
                </a:solidFill>
              </a:rPr>
              <a:t>229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1B8977-B53D-1C92-FCE1-565DA82842D7}"/>
              </a:ext>
            </a:extLst>
          </p:cNvPr>
          <p:cNvSpPr txBox="1"/>
          <p:nvPr userDrawn="1"/>
        </p:nvSpPr>
        <p:spPr>
          <a:xfrm>
            <a:off x="9106761" y="1884694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 rtl="0">
              <a:spcAft>
                <a:spcPts val="600"/>
              </a:spcAft>
            </a:pPr>
            <a:r>
              <a:rPr lang="en-GB" sz="1000"/>
              <a:t>Grey 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23F248-F32C-3569-5AD5-80A16D6466AC}"/>
              </a:ext>
            </a:extLst>
          </p:cNvPr>
          <p:cNvSpPr/>
          <p:nvPr userDrawn="1"/>
        </p:nvSpPr>
        <p:spPr>
          <a:xfrm>
            <a:off x="8188530" y="2311992"/>
            <a:ext cx="839614" cy="411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 rtl="0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 rtl="0"/>
            <a:r>
              <a:rPr lang="en-GB" sz="800">
                <a:solidFill>
                  <a:schemeClr val="tx1"/>
                </a:solidFill>
              </a:rPr>
              <a:t>255</a:t>
            </a:r>
          </a:p>
          <a:p>
            <a:pPr algn="ctr" rtl="0"/>
            <a:r>
              <a:rPr lang="en-GB" sz="800">
                <a:solidFill>
                  <a:schemeClr val="tx1"/>
                </a:solidFill>
              </a:rPr>
              <a:t>255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46D685-EA62-4229-C2CC-416BE6E21F9E}"/>
              </a:ext>
            </a:extLst>
          </p:cNvPr>
          <p:cNvSpPr txBox="1"/>
          <p:nvPr userDrawn="1"/>
        </p:nvSpPr>
        <p:spPr>
          <a:xfrm>
            <a:off x="9099966" y="2399072"/>
            <a:ext cx="1253995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 rtl="0">
              <a:spcAft>
                <a:spcPts val="600"/>
              </a:spcAft>
            </a:pPr>
            <a:r>
              <a:rPr lang="en-GB" sz="1000"/>
              <a:t>White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A1428C-928C-1498-A95C-4EC2D01A91C7}"/>
              </a:ext>
            </a:extLst>
          </p:cNvPr>
          <p:cNvSpPr txBox="1"/>
          <p:nvPr userDrawn="1"/>
        </p:nvSpPr>
        <p:spPr>
          <a:xfrm>
            <a:off x="6395418" y="2062570"/>
            <a:ext cx="1709098" cy="237066"/>
          </a:xfrm>
          <a:prstGeom prst="rect">
            <a:avLst/>
          </a:prstGeom>
          <a:noFill/>
        </p:spPr>
        <p:txBody>
          <a:bodyPr wrap="square" lIns="54610" tIns="54610" rIns="54610" bIns="54610" rtlCol="0" anchor="ctr">
            <a:noAutofit/>
          </a:bodyPr>
          <a:lstStyle/>
          <a:p>
            <a:pPr algn="l" rtl="0">
              <a:spcAft>
                <a:spcPts val="600"/>
              </a:spcAft>
            </a:pPr>
            <a:r>
              <a:rPr lang="en-GB" sz="1000">
                <a:solidFill>
                  <a:schemeClr val="bg1"/>
                </a:solidFill>
              </a:rPr>
              <a:t>Transparent / </a:t>
            </a:r>
            <a:br>
              <a:rPr lang="en-GB" sz="1000">
                <a:solidFill>
                  <a:schemeClr val="bg1"/>
                </a:solidFill>
              </a:rPr>
            </a:br>
            <a:r>
              <a:rPr lang="en-GB" sz="1000">
                <a:solidFill>
                  <a:schemeClr val="bg1"/>
                </a:solidFill>
              </a:rPr>
              <a:t>White (On Dark backgrounds)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B7C412-CE6F-6AAD-3DE2-DB3DA42AD52C}"/>
              </a:ext>
            </a:extLst>
          </p:cNvPr>
          <p:cNvSpPr/>
          <p:nvPr userDrawn="1"/>
        </p:nvSpPr>
        <p:spPr>
          <a:xfrm>
            <a:off x="5483982" y="1974880"/>
            <a:ext cx="839614" cy="411225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4610" tIns="54610" rIns="54610" bIns="54610" rtlCol="0" anchor="ctr"/>
          <a:lstStyle/>
          <a:p>
            <a:pPr algn="ctr" rtl="0"/>
            <a:endParaRPr lang="en-GB" sz="8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624063-4EF7-11D8-D4A0-CC592EF22066}"/>
              </a:ext>
            </a:extLst>
          </p:cNvPr>
          <p:cNvSpPr txBox="1"/>
          <p:nvPr userDrawn="1"/>
        </p:nvSpPr>
        <p:spPr>
          <a:xfrm>
            <a:off x="-942109" y="5126182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endParaRPr lang="en-US" sz="15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332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of content Storag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D25ADF4A-CD78-DFC1-3B3B-4BC946D4A62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24757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73" imgH="476" progId="TCLayout.ActiveDocument.1">
                  <p:embed/>
                </p:oleObj>
              </mc:Choice>
              <mc:Fallback>
                <p:oleObj name="think-cell Slide" r:id="rId15" imgW="473" imgH="47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5ADF4A-CD78-DFC1-3B3B-4BC946D4A6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Shape 8">
            <a:extLst>
              <a:ext uri="{FF2B5EF4-FFF2-40B4-BE49-F238E27FC236}">
                <a16:creationId xmlns:a16="http://schemas.microsoft.com/office/drawing/2014/main" id="{576F1564-A34F-FC04-9F9C-0BBC4A392659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86CB4B4D-7CA3-9044-876B-883B54F8677D}" type="slidenum">
              <a:rPr lang="en-GB" sz="1000" smtClean="0">
                <a:solidFill>
                  <a:schemeClr val="accent3">
                    <a:lumMod val="100000"/>
                  </a:schemeClr>
                </a:solidFill>
                <a:latin typeface="+mn-lt"/>
                <a:ea typeface="Arial"/>
                <a:cs typeface="Arial" panose="020B0604020202020204" pitchFamily="34" charset="0"/>
              </a:rPr>
              <a:pPr algn="r" rtl="0"/>
              <a:t>‹#›</a:t>
            </a:fld>
            <a:endParaRPr lang="en-GB" sz="1000">
              <a:solidFill>
                <a:schemeClr val="accent3">
                  <a:lumMod val="100000"/>
                </a:schemeClr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A5C7BB-D2C7-E5ED-C1E5-3495D5625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8967794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15D51C-F2BB-E2D6-637C-519FC5943B4E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 cap="flat" cmpd="sng" algn="ctr">
            <a:solidFill>
              <a:schemeClr val="accent3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Graphic 8">
            <a:extLst>
              <a:ext uri="{FF2B5EF4-FFF2-40B4-BE49-F238E27FC236}">
                <a16:creationId xmlns:a16="http://schemas.microsoft.com/office/drawing/2014/main" id="{7CF0DC85-2767-E59F-E035-217973685D20}"/>
              </a:ext>
            </a:extLst>
          </p:cNvPr>
          <p:cNvSpPr>
            <a:spLocks/>
          </p:cNvSpPr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rgbClr val="0C233C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E5799854-0E48-4437-9B21-C4D2EEC113BD}"/>
              </a:ext>
            </a:extLst>
          </p:cNvPr>
          <p:cNvSpPr/>
          <p:nvPr userDrawn="1"/>
        </p:nvSpPr>
        <p:spPr>
          <a:xfrm rot="5400000">
            <a:off x="11914569" y="209664"/>
            <a:ext cx="99161" cy="85483"/>
          </a:xfrm>
          <a:prstGeom prst="triangle">
            <a:avLst/>
          </a:prstGeom>
          <a:solidFill>
            <a:schemeClr val="accent3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D4AF27F3-4CA6-B9ED-CE3F-B36468FD508D}"/>
              </a:ext>
            </a:extLst>
          </p:cNvPr>
          <p:cNvSpPr/>
          <p:nvPr userDrawn="1"/>
        </p:nvSpPr>
        <p:spPr>
          <a:xfrm rot="16200000" flipH="1">
            <a:off x="11352448" y="209664"/>
            <a:ext cx="99161" cy="85483"/>
          </a:xfrm>
          <a:prstGeom prst="triangle">
            <a:avLst/>
          </a:prstGeom>
          <a:solidFill>
            <a:schemeClr val="accent3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30" name="Oval 2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CF5E929-55F5-966D-51FE-6B743B101594}"/>
              </a:ext>
            </a:extLst>
          </p:cNvPr>
          <p:cNvSpPr/>
          <p:nvPr userDrawn="1"/>
        </p:nvSpPr>
        <p:spPr>
          <a:xfrm>
            <a:off x="11836622" y="134102"/>
            <a:ext cx="236608" cy="236608"/>
          </a:xfrm>
          <a:prstGeom prst="ellipse">
            <a:avLst/>
          </a:prstGeom>
          <a:noFill/>
          <a:ln w="12700" cap="flat" cmpd="sng" algn="ctr">
            <a:solidFill>
              <a:schemeClr val="accent3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31" name="Oval 3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EEF2BB8-995C-9B02-21BA-620A19AD9839}"/>
              </a:ext>
            </a:extLst>
          </p:cNvPr>
          <p:cNvSpPr/>
          <p:nvPr userDrawn="1"/>
        </p:nvSpPr>
        <p:spPr>
          <a:xfrm flipH="1">
            <a:off x="11292948" y="134102"/>
            <a:ext cx="236608" cy="236608"/>
          </a:xfrm>
          <a:prstGeom prst="ellipse">
            <a:avLst/>
          </a:prstGeom>
          <a:noFill/>
          <a:ln w="12700" cap="flat" cmpd="sng" algn="ctr">
            <a:solidFill>
              <a:schemeClr val="accent3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pic>
        <p:nvPicPr>
          <p:cNvPr id="32" name="Graphic 31" descr="Home">
            <a:hlinkClick r:id="" action="ppaction://noaction"/>
            <a:extLst>
              <a:ext uri="{FF2B5EF4-FFF2-40B4-BE49-F238E27FC236}">
                <a16:creationId xmlns:a16="http://schemas.microsoft.com/office/drawing/2014/main" id="{ED80F5BA-6E6A-58FC-16AC-30F1758A6F42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571850" y="134089"/>
            <a:ext cx="222478" cy="222478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B1E0A9F7-FE07-2B67-F577-EE1F38F5589F}"/>
              </a:ext>
            </a:extLst>
          </p:cNvPr>
          <p:cNvSpPr>
            <a:spLocks/>
          </p:cNvSpPr>
          <p:nvPr userDrawn="1"/>
        </p:nvSpPr>
        <p:spPr>
          <a:xfrm>
            <a:off x="982663" y="-189318"/>
            <a:ext cx="574471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2.73cm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35B0C7-B7F8-F375-66FD-C51331F64234}"/>
              </a:ext>
            </a:extLst>
          </p:cNvPr>
          <p:cNvSpPr>
            <a:spLocks/>
          </p:cNvSpPr>
          <p:nvPr userDrawn="1"/>
        </p:nvSpPr>
        <p:spPr>
          <a:xfrm>
            <a:off x="11206800" y="-189318"/>
            <a:ext cx="744406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31.13cm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006575F-656B-9505-64E3-DDAD9D2C7CE0}"/>
              </a:ext>
            </a:extLst>
          </p:cNvPr>
          <p:cNvSpPr>
            <a:spLocks/>
          </p:cNvSpPr>
          <p:nvPr userDrawn="1"/>
        </p:nvSpPr>
        <p:spPr>
          <a:xfrm>
            <a:off x="6274800" y="-189318"/>
            <a:ext cx="574471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17.43cm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6A8A123-9EB5-A0C7-A9EE-0DD0E290E73A}"/>
              </a:ext>
            </a:extLst>
          </p:cNvPr>
          <p:cNvSpPr>
            <a:spLocks/>
          </p:cNvSpPr>
          <p:nvPr userDrawn="1"/>
        </p:nvSpPr>
        <p:spPr>
          <a:xfrm>
            <a:off x="-642152" y="1341439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3.73cm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FE53554-AB8D-1E1C-7160-E43D2C9BE822}"/>
              </a:ext>
            </a:extLst>
          </p:cNvPr>
          <p:cNvSpPr>
            <a:spLocks/>
          </p:cNvSpPr>
          <p:nvPr userDrawn="1"/>
        </p:nvSpPr>
        <p:spPr>
          <a:xfrm>
            <a:off x="-642152" y="982800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2.73cm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257495-1F48-6B6F-5EB5-B79569BAFC05}"/>
              </a:ext>
            </a:extLst>
          </p:cNvPr>
          <p:cNvSpPr>
            <a:spLocks/>
          </p:cNvSpPr>
          <p:nvPr userDrawn="1"/>
        </p:nvSpPr>
        <p:spPr>
          <a:xfrm>
            <a:off x="-650548" y="431800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1.23cm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32D44F0-2D38-4B4F-2B87-07EAECC73741}"/>
              </a:ext>
            </a:extLst>
          </p:cNvPr>
          <p:cNvSpPr>
            <a:spLocks/>
          </p:cNvSpPr>
          <p:nvPr userDrawn="1"/>
        </p:nvSpPr>
        <p:spPr>
          <a:xfrm>
            <a:off x="-681779" y="5878800"/>
            <a:ext cx="653726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16.33cm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0ED0BE2-F9ED-CC5E-A07C-3CA50820307B}"/>
              </a:ext>
            </a:extLst>
          </p:cNvPr>
          <p:cNvGrpSpPr/>
          <p:nvPr userDrawn="1"/>
        </p:nvGrpSpPr>
        <p:grpSpPr>
          <a:xfrm>
            <a:off x="985838" y="6975139"/>
            <a:ext cx="10223500" cy="230049"/>
            <a:chOff x="985838" y="6975139"/>
            <a:chExt cx="10223500" cy="230049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7ADCCB2-3C93-E417-FBCA-7B3161818EF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85838" y="7090164"/>
              <a:ext cx="10223500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0B15F74-3667-E979-5D86-6D102846C618}"/>
                </a:ext>
              </a:extLst>
            </p:cNvPr>
            <p:cNvSpPr>
              <a:spLocks/>
            </p:cNvSpPr>
            <p:nvPr userDrawn="1"/>
          </p:nvSpPr>
          <p:spPr>
            <a:xfrm>
              <a:off x="5653804" y="6975139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28.40cm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B5DFD8C-40E2-0086-E71A-F456C5B8F1CF}"/>
              </a:ext>
            </a:extLst>
          </p:cNvPr>
          <p:cNvGrpSpPr/>
          <p:nvPr userDrawn="1"/>
        </p:nvGrpSpPr>
        <p:grpSpPr>
          <a:xfrm>
            <a:off x="0" y="7255521"/>
            <a:ext cx="12192000" cy="230049"/>
            <a:chOff x="0" y="7255521"/>
            <a:chExt cx="12192000" cy="230049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8346787-7011-35A8-C4C7-A4DA127E5D7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7370546"/>
              <a:ext cx="12192000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E4DA4BA-BD95-3E01-C13D-45177E541607}"/>
                </a:ext>
              </a:extLst>
            </p:cNvPr>
            <p:cNvSpPr>
              <a:spLocks/>
            </p:cNvSpPr>
            <p:nvPr userDrawn="1"/>
          </p:nvSpPr>
          <p:spPr>
            <a:xfrm>
              <a:off x="5652216" y="725552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33.87cm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8B592B-4AB5-BB45-955C-93624BBC7DE9}"/>
              </a:ext>
            </a:extLst>
          </p:cNvPr>
          <p:cNvGrpSpPr>
            <a:grpSpLocks/>
          </p:cNvGrpSpPr>
          <p:nvPr userDrawn="1"/>
        </p:nvGrpSpPr>
        <p:grpSpPr>
          <a:xfrm>
            <a:off x="982800" y="7491081"/>
            <a:ext cx="4930775" cy="230049"/>
            <a:chOff x="985838" y="7724761"/>
            <a:chExt cx="4930775" cy="230049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0BB834A-553A-77A4-ECE8-8CDCCB54E44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85838" y="7839786"/>
              <a:ext cx="4930775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68D8E15-39FD-CF7D-7F2A-405F7FF39F92}"/>
                </a:ext>
              </a:extLst>
            </p:cNvPr>
            <p:cNvSpPr>
              <a:spLocks/>
            </p:cNvSpPr>
            <p:nvPr userDrawn="1"/>
          </p:nvSpPr>
          <p:spPr>
            <a:xfrm>
              <a:off x="3007441" y="772476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13.70cm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220D0D7-FA47-957D-DF8B-5CA9440141E8}"/>
              </a:ext>
            </a:extLst>
          </p:cNvPr>
          <p:cNvGrpSpPr>
            <a:grpSpLocks/>
          </p:cNvGrpSpPr>
          <p:nvPr userDrawn="1"/>
        </p:nvGrpSpPr>
        <p:grpSpPr>
          <a:xfrm>
            <a:off x="6274800" y="7491081"/>
            <a:ext cx="4930775" cy="230049"/>
            <a:chOff x="985838" y="7724761"/>
            <a:chExt cx="4930775" cy="230049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1F07154-FAD9-7A69-634D-0CAE80966DF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85838" y="7839786"/>
              <a:ext cx="4930775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7EA49D5-EBF3-964C-4783-F0988EDE056E}"/>
                </a:ext>
              </a:extLst>
            </p:cNvPr>
            <p:cNvSpPr>
              <a:spLocks/>
            </p:cNvSpPr>
            <p:nvPr userDrawn="1"/>
          </p:nvSpPr>
          <p:spPr>
            <a:xfrm>
              <a:off x="3007441" y="772476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13.70cm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A9A0729-A47F-3657-E181-8DBC63DABE14}"/>
              </a:ext>
            </a:extLst>
          </p:cNvPr>
          <p:cNvGrpSpPr/>
          <p:nvPr userDrawn="1"/>
        </p:nvGrpSpPr>
        <p:grpSpPr>
          <a:xfrm>
            <a:off x="12750953" y="0"/>
            <a:ext cx="230051" cy="6858000"/>
            <a:chOff x="-1090386" y="0"/>
            <a:chExt cx="230051" cy="6858000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7E794EC-20EE-C902-FDDE-D750149D7F4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975360" y="0"/>
              <a:ext cx="0" cy="685800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7665E59-BFED-E06A-D230-22F04C58CCE4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-1419144" y="3313974"/>
              <a:ext cx="887568" cy="230051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19.05cm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B8EA2C0-B40D-29FC-9726-7BDA5ED3775D}"/>
              </a:ext>
            </a:extLst>
          </p:cNvPr>
          <p:cNvGrpSpPr>
            <a:grpSpLocks/>
          </p:cNvGrpSpPr>
          <p:nvPr userDrawn="1"/>
        </p:nvGrpSpPr>
        <p:grpSpPr>
          <a:xfrm>
            <a:off x="12251088" y="1341438"/>
            <a:ext cx="230049" cy="4536000"/>
            <a:chOff x="-321485" y="1341438"/>
            <a:chExt cx="230049" cy="4536000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96510830-673C-BC07-9517-A072AEEB3ED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206460" y="1341438"/>
              <a:ext cx="0" cy="453600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37D58E9-BC83-A59F-86D9-88C00BDFD44C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-650244" y="3494413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12.60cm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864241E-E195-E59B-C58E-D8B762FB894B}"/>
              </a:ext>
            </a:extLst>
          </p:cNvPr>
          <p:cNvGrpSpPr/>
          <p:nvPr userDrawn="1"/>
        </p:nvGrpSpPr>
        <p:grpSpPr>
          <a:xfrm>
            <a:off x="12257572" y="981075"/>
            <a:ext cx="539998" cy="360363"/>
            <a:chOff x="-520806" y="981075"/>
            <a:chExt cx="539998" cy="360363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0D6E21D0-4FB2-13EC-3A0D-371DB7895FE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81425" y="981075"/>
              <a:ext cx="0" cy="360363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D23184C-4F89-B1D0-9127-087533B51F4D}"/>
                </a:ext>
              </a:extLst>
            </p:cNvPr>
            <p:cNvSpPr>
              <a:spLocks/>
            </p:cNvSpPr>
            <p:nvPr userDrawn="1"/>
          </p:nvSpPr>
          <p:spPr>
            <a:xfrm>
              <a:off x="-520806" y="1085544"/>
              <a:ext cx="539998" cy="15142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FD349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1.00cm</a:t>
              </a:r>
            </a:p>
          </p:txBody>
        </p:sp>
      </p:grpSp>
      <p:sp>
        <p:nvSpPr>
          <p:cNvPr id="20" name="TextBox 19">
            <a:hlinkClick r:id="" action="ppaction://noaction"/>
            <a:extLst>
              <a:ext uri="{FF2B5EF4-FFF2-40B4-BE49-F238E27FC236}">
                <a16:creationId xmlns:a16="http://schemas.microsoft.com/office/drawing/2014/main" id="{103DA531-B8F1-3F3E-85FF-33CD8B19D5DB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374885" y="1944714"/>
            <a:ext cx="54000" cy="34920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pPr algn="r" rtl="0"/>
            <a:r>
              <a:rPr lang="en-GB" sz="2000" b="0">
                <a:solidFill>
                  <a:schemeClr val="accent3">
                    <a:lumMod val="100000"/>
                  </a:schemeClr>
                </a:solidFill>
                <a:latin typeface="+mj-lt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6" name="TextBox 25">
            <a:hlinkClick r:id="" action="ppaction://noaction"/>
            <a:extLst>
              <a:ext uri="{FF2B5EF4-FFF2-40B4-BE49-F238E27FC236}">
                <a16:creationId xmlns:a16="http://schemas.microsoft.com/office/drawing/2014/main" id="{FDA084D9-C189-24B7-51F3-85144FC9E6FD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249681" y="1784193"/>
            <a:ext cx="9107520" cy="126000"/>
          </a:xfrm>
          <a:prstGeom prst="rect">
            <a:avLst/>
          </a:prstGeom>
          <a:noFill/>
        </p:spPr>
        <p:txBody>
          <a:bodyPr vert="horz" wrap="square" lIns="0" tIns="0" rIns="0" bIns="7200" rtlCol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None/>
            </a:pPr>
            <a:r>
              <a:rPr lang="en-GB" sz="900">
                <a:solidFill>
                  <a:schemeClr val="accent3">
                    <a:lumMod val="100000"/>
                  </a:schemeClr>
                </a:solidFill>
                <a:latin typeface="+mn-lt"/>
                <a:cs typeface="Arial" panose="020B0604020202020204" pitchFamily="34" charset="0"/>
              </a:rPr>
              <a:t>Subsection Title (DO NOT DELETE)</a:t>
            </a:r>
          </a:p>
        </p:txBody>
      </p:sp>
      <p:sp>
        <p:nvSpPr>
          <p:cNvPr id="12" name="Subsection number">
            <a:hlinkClick r:id="" action="ppaction://noaction"/>
            <a:extLst>
              <a:ext uri="{FF2B5EF4-FFF2-40B4-BE49-F238E27FC236}">
                <a16:creationId xmlns:a16="http://schemas.microsoft.com/office/drawing/2014/main" id="{2BC0226E-C800-34A0-FC54-8484A9BE76A0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296316" y="15599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b" anchorCtr="0">
            <a:noAutofit/>
          </a:bodyPr>
          <a:lstStyle/>
          <a:p>
            <a:pPr algn="l" rtl="0"/>
            <a:r>
              <a:rPr lang="en-GB" sz="100" b="0">
                <a:ln>
                  <a:noFill/>
                </a:ln>
                <a:noFill/>
                <a:latin typeface="+mn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FA0A0E8-2E7C-14D4-35DD-7F97BE85282C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1016318" y="2734004"/>
            <a:ext cx="7106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GB" sz="1400" i="1">
                <a:solidFill>
                  <a:schemeClr val="accent3">
                    <a:lumMod val="100000"/>
                  </a:schemeClr>
                </a:solidFill>
                <a:latin typeface="+mn-lt"/>
              </a:rPr>
              <a:t>Slide Title (DO NOT DELETE)</a:t>
            </a:r>
          </a:p>
        </p:txBody>
      </p:sp>
      <p:sp>
        <p:nvSpPr>
          <p:cNvPr id="16" name="ZoneTexte 14">
            <a:extLst>
              <a:ext uri="{FF2B5EF4-FFF2-40B4-BE49-F238E27FC236}">
                <a16:creationId xmlns:a16="http://schemas.microsoft.com/office/drawing/2014/main" id="{EA2C4DD3-2B36-81FE-270F-545CC1413919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4567362" y="2734004"/>
            <a:ext cx="27603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 rtl="0"/>
            <a:r>
              <a:rPr lang="en-GB" sz="1400" i="1">
                <a:solidFill>
                  <a:schemeClr val="accent3">
                    <a:lumMod val="100000"/>
                  </a:schemeClr>
                </a:solidFill>
                <a:latin typeface="+mn-lt"/>
              </a:rPr>
              <a:t>1</a:t>
            </a:r>
          </a:p>
        </p:txBody>
      </p:sp>
      <p:sp>
        <p:nvSpPr>
          <p:cNvPr id="17" name="Section number">
            <a:hlinkClick r:id="" action="ppaction://noaction"/>
            <a:extLst>
              <a:ext uri="{FF2B5EF4-FFF2-40B4-BE49-F238E27FC236}">
                <a16:creationId xmlns:a16="http://schemas.microsoft.com/office/drawing/2014/main" id="{198C86B7-A8B9-0D10-1C84-EDD490552A08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798977" y="1353599"/>
            <a:ext cx="338308" cy="347289"/>
          </a:xfrm>
          <a:prstGeom prst="rect">
            <a:avLst/>
          </a:prstGeom>
          <a:noFill/>
          <a:ln>
            <a:noFill/>
          </a:ln>
        </p:spPr>
        <p:txBody>
          <a:bodyPr vert="horz" wrap="none" lIns="0" tIns="0" rIns="0" bIns="0" rtlCol="0" anchor="t" anchorCtr="0">
            <a:noAutofit/>
          </a:bodyPr>
          <a:lstStyle/>
          <a:p>
            <a:pPr algn="r" rtl="0"/>
            <a:r>
              <a:rPr lang="en-GB" sz="2400" b="0">
                <a:ln>
                  <a:noFill/>
                </a:ln>
                <a:solidFill>
                  <a:schemeClr val="accent3">
                    <a:lumMod val="100000"/>
                  </a:schemeClr>
                </a:solidFill>
                <a:latin typeface="+mj-lt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9" name="TextBox 18">
            <a:hlinkClick r:id="" action="ppaction://noaction"/>
            <a:extLst>
              <a:ext uri="{FF2B5EF4-FFF2-40B4-BE49-F238E27FC236}">
                <a16:creationId xmlns:a16="http://schemas.microsoft.com/office/drawing/2014/main" id="{C31F35AF-52E9-94A5-09C2-A78B342FEC41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10368217" y="1792315"/>
            <a:ext cx="54000" cy="126000"/>
          </a:xfrm>
          <a:prstGeom prst="rect">
            <a:avLst/>
          </a:prstGeom>
          <a:noFill/>
        </p:spPr>
        <p:txBody>
          <a:bodyPr vert="horz" wrap="none" lIns="0" tIns="0" rIns="0" bIns="18000" rtlCol="0" anchor="b" anchorCtr="0">
            <a:noAutofit/>
          </a:bodyPr>
          <a:lstStyle/>
          <a:p>
            <a:pPr algn="r" rtl="0"/>
            <a:r>
              <a:rPr lang="en-GB" sz="900" b="0">
                <a:solidFill>
                  <a:schemeClr val="accent3">
                    <a:lumMod val="100000"/>
                  </a:schemeClr>
                </a:solidFill>
                <a:latin typeface="+mn-lt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30EF29-69C1-2F8F-C77D-8C0C7D7B9416}"/>
              </a:ext>
            </a:extLst>
          </p:cNvPr>
          <p:cNvSpPr>
            <a:spLocks/>
          </p:cNvSpPr>
          <p:nvPr userDrawn="1">
            <p:custDataLst>
              <p:tags r:id="rId10"/>
            </p:custDataLst>
          </p:nvPr>
        </p:nvSpPr>
        <p:spPr>
          <a:xfrm>
            <a:off x="997199" y="1229360"/>
            <a:ext cx="9405394" cy="4647566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en-GB">
                <a:solidFill>
                  <a:srgbClr val="000000"/>
                </a:solidFill>
                <a:latin typeface="+mj-lt"/>
              </a:rPr>
              <a:t>Workspace (DO NOT DELETE): this shape delimits the vertical space where UpSlide will draw the Agenda.</a:t>
            </a:r>
          </a:p>
        </p:txBody>
      </p:sp>
      <p:sp>
        <p:nvSpPr>
          <p:cNvPr id="25" name="TextBox 24">
            <a:hlinkClick r:id="" action="ppaction://noaction"/>
            <a:extLst>
              <a:ext uri="{FF2B5EF4-FFF2-40B4-BE49-F238E27FC236}">
                <a16:creationId xmlns:a16="http://schemas.microsoft.com/office/drawing/2014/main" id="{97458F59-479D-8ACC-D1EB-36FDDC4C1E6E}"/>
              </a:ext>
            </a:extLst>
          </p:cNvPr>
          <p:cNvSpPr txBox="1">
            <a:spLocks/>
          </p:cNvSpPr>
          <p:nvPr userDrawn="1">
            <p:custDataLst>
              <p:tags r:id="rId11"/>
            </p:custDataLst>
          </p:nvPr>
        </p:nvSpPr>
        <p:spPr>
          <a:xfrm>
            <a:off x="1249681" y="1353599"/>
            <a:ext cx="9107520" cy="34728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GB" sz="2400" b="0" u="none">
                <a:solidFill>
                  <a:schemeClr val="accent3">
                    <a:lumMod val="100000"/>
                  </a:schemeClr>
                </a:solidFill>
                <a:latin typeface="+mj-lt"/>
                <a:cs typeface="Arial" panose="020B0604020202020204" pitchFamily="34" charset="0"/>
              </a:rPr>
              <a:t>Section Title (DO NOT DELETE)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EAFFBF-C21C-5796-6F09-067D83988110}"/>
              </a:ext>
            </a:extLst>
          </p:cNvPr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A3735F-E33F-19FA-11A5-2C7473C21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1885684" y="6266997"/>
            <a:ext cx="650900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2026 KPMG Advisory (Hong Kong) Limited, a limited liability company in Hong Kong and a member firm of the KPMG global organisation of independent member firms affiliated with KPMG International Limited ("KPMG International"), a private English company limited by guarantee.  All rights reserved. Printed in Hong Kong.</a:t>
            </a:r>
            <a:endParaRPr lang="en-GB" sz="600" kern="1200" noProof="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6744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414964D-3B5D-9EFA-69C9-CB3EAAD29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13000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04" imgH="405" progId="TCLayout.ActiveDocument.1">
                  <p:embed/>
                </p:oleObj>
              </mc:Choice>
              <mc:Fallback>
                <p:oleObj name="think-cell Slide" r:id="rId1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14964D-3B5D-9EFA-69C9-CB3EAAD29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239EA8E-438B-268D-C2D0-41582ABDF852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1330325"/>
            <a:ext cx="7061787" cy="4546600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 rtl="0">
              <a:lnSpc>
                <a:spcPct val="70000"/>
              </a:lnSpc>
              <a:spcBef>
                <a:spcPct val="0"/>
              </a:spcBef>
              <a:buNone/>
            </a:pPr>
            <a:endParaRPr lang="en-GB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17" name="ZoneTexte 25">
            <a:hlinkClick r:id="" action="ppaction://noaction"/>
            <a:extLst>
              <a:ext uri="{FF2B5EF4-FFF2-40B4-BE49-F238E27FC236}">
                <a16:creationId xmlns:a16="http://schemas.microsoft.com/office/drawing/2014/main" id="{6CE66D06-AAD4-3162-968D-96422DD5983D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2049869" y="1531597"/>
            <a:ext cx="11979281" cy="1737697"/>
          </a:xfrm>
          <a:prstGeom prst="rect">
            <a:avLst/>
          </a:prstGeom>
          <a:noFill/>
        </p:spPr>
        <p:txBody>
          <a:bodyPr vert="horz" wrap="square" lIns="0" tIns="864000" rIns="0" bIns="0" rtlCol="0">
            <a:noAutofit/>
          </a:bodyPr>
          <a:lstStyle/>
          <a:p>
            <a:pPr rtl="0">
              <a:lnSpc>
                <a:spcPct val="70000"/>
              </a:lnSpc>
            </a:pPr>
            <a:r>
              <a:rPr lang="en-GB" sz="6600">
                <a:solidFill>
                  <a:schemeClr val="accent3">
                    <a:lumMod val="100000"/>
                  </a:schemeClr>
                </a:solidFill>
                <a:latin typeface="+mj-lt"/>
              </a:rPr>
              <a:t>Section title</a:t>
            </a:r>
          </a:p>
        </p:txBody>
      </p:sp>
      <p:sp>
        <p:nvSpPr>
          <p:cNvPr id="13" name="ZoneTexte 19">
            <a:extLst>
              <a:ext uri="{FF2B5EF4-FFF2-40B4-BE49-F238E27FC236}">
                <a16:creationId xmlns:a16="http://schemas.microsoft.com/office/drawing/2014/main" id="{E1EB7D89-468C-377D-8E01-E8D8EE6FCEDA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443872" y="4911884"/>
            <a:ext cx="972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rtl="0"/>
            <a:r>
              <a:rPr lang="en-GB" sz="1200" i="0">
                <a:solidFill>
                  <a:schemeClr val="accent3">
                    <a:lumMod val="100000"/>
                  </a:schemeClr>
                </a:solidFill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14" name="ZoneTexte 14">
            <a:extLst>
              <a:ext uri="{FF2B5EF4-FFF2-40B4-BE49-F238E27FC236}">
                <a16:creationId xmlns:a16="http://schemas.microsoft.com/office/drawing/2014/main" id="{0EE227B2-BC76-59B8-60FA-57F408CD615B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7414762" y="4911884"/>
            <a:ext cx="55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 rtl="0"/>
            <a:r>
              <a:rPr lang="en-GB" sz="1200" i="0">
                <a:solidFill>
                  <a:schemeClr val="accent3">
                    <a:lumMod val="100000"/>
                  </a:schemeClr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F1535F-6DC3-F59D-5DE4-C9748B195A7A}"/>
              </a:ext>
            </a:extLst>
          </p:cNvPr>
          <p:cNvSpPr>
            <a:spLocks/>
          </p:cNvSpPr>
          <p:nvPr userDrawn="1">
            <p:custDataLst>
              <p:tags r:id="rId5"/>
            </p:custDataLst>
          </p:nvPr>
        </p:nvSpPr>
        <p:spPr>
          <a:xfrm>
            <a:off x="2064471" y="1083732"/>
            <a:ext cx="7305160" cy="49962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GB"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E9ECBCC0-9069-D5A3-766B-8EBF1EA207CC}"/>
              </a:ext>
            </a:extLst>
          </p:cNvPr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1369342" y="3941700"/>
            <a:ext cx="932742" cy="323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70000"/>
              </a:lnSpc>
            </a:pPr>
            <a:r>
              <a:rPr lang="en-GB" sz="2400">
                <a:solidFill>
                  <a:schemeClr val="accent3">
                    <a:lumMod val="100000"/>
                  </a:schemeClr>
                </a:solidFill>
                <a:latin typeface="+mj-lt"/>
              </a:rPr>
              <a:t>1.1</a:t>
            </a:r>
          </a:p>
        </p:txBody>
      </p:sp>
      <p:sp>
        <p:nvSpPr>
          <p:cNvPr id="18" name="ZoneTexte 31">
            <a:hlinkClick r:id="" action="ppaction://noaction"/>
            <a:extLst>
              <a:ext uri="{FF2B5EF4-FFF2-40B4-BE49-F238E27FC236}">
                <a16:creationId xmlns:a16="http://schemas.microsoft.com/office/drawing/2014/main" id="{67ADA6D5-A44C-6AD3-5EE0-73DCA81FB516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2115845" y="3899141"/>
            <a:ext cx="9085555" cy="32361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rtl="0">
              <a:buFont typeface="Arial" panose="020B0604020202020204" pitchFamily="34" charset="0"/>
              <a:buNone/>
            </a:pPr>
            <a:r>
              <a:rPr lang="en-GB" sz="1600">
                <a:solidFill>
                  <a:schemeClr val="accent3">
                    <a:lumMod val="100000"/>
                  </a:schemeClr>
                </a:solidFill>
                <a:effectLst/>
                <a:latin typeface="+mn-lt"/>
              </a:rPr>
              <a:t>A</a:t>
            </a:r>
          </a:p>
        </p:txBody>
      </p:sp>
      <p:sp>
        <p:nvSpPr>
          <p:cNvPr id="19" name="ZoneTexte 32">
            <a:hlinkClick r:id="" action="ppaction://noaction"/>
            <a:extLst>
              <a:ext uri="{FF2B5EF4-FFF2-40B4-BE49-F238E27FC236}">
                <a16:creationId xmlns:a16="http://schemas.microsoft.com/office/drawing/2014/main" id="{6EA31614-8248-54E2-75F7-BCE99EDBDAC1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6295994" y="4112884"/>
            <a:ext cx="72000" cy="36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 rtl="0"/>
            <a:r>
              <a:rPr lang="en-GB" sz="100">
                <a:noFill/>
                <a:latin typeface="+mj-lt"/>
              </a:rPr>
              <a:t>4</a:t>
            </a:r>
          </a:p>
        </p:txBody>
      </p:sp>
      <p:sp>
        <p:nvSpPr>
          <p:cNvPr id="20" name="ZoneTexte 33">
            <a:hlinkClick r:id="" action="ppaction://noaction"/>
            <a:extLst>
              <a:ext uri="{FF2B5EF4-FFF2-40B4-BE49-F238E27FC236}">
                <a16:creationId xmlns:a16="http://schemas.microsoft.com/office/drawing/2014/main" id="{FF1A2828-1104-A597-003B-DABE01462957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7755387" y="3941699"/>
            <a:ext cx="45719" cy="349009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r" rtl="0">
              <a:buFont typeface="Arial" panose="020B0604020202020204" pitchFamily="34" charset="0"/>
              <a:buNone/>
            </a:pPr>
            <a:r>
              <a:rPr lang="en-GB" sz="1200">
                <a:solidFill>
                  <a:schemeClr val="accent3">
                    <a:lumMod val="100000"/>
                  </a:schemeClr>
                </a:solidFill>
                <a:effectLst/>
                <a:latin typeface="+mn-lt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EC5908-94D7-C379-C9C3-7740D7A96534}"/>
              </a:ext>
            </a:extLst>
          </p:cNvPr>
          <p:cNvSpPr txBox="1">
            <a:spLocks/>
          </p:cNvSpPr>
          <p:nvPr userDrawn="1">
            <p:custDataLst>
              <p:tags r:id="rId10"/>
            </p:custDataLst>
          </p:nvPr>
        </p:nvSpPr>
        <p:spPr>
          <a:xfrm>
            <a:off x="1264327" y="1372635"/>
            <a:ext cx="609169" cy="1380374"/>
          </a:xfrm>
          <a:prstGeom prst="rect">
            <a:avLst/>
          </a:prstGeom>
        </p:spPr>
        <p:txBody>
          <a:bodyPr vert="horz" wrap="square" lIns="0" tIns="774000" rIns="0" bIns="0" rtlCol="0" anchor="t" anchorCtr="0">
            <a:noAutofit/>
          </a:bodyPr>
          <a:lstStyle/>
          <a:p>
            <a:pPr algn="l" rtl="0">
              <a:lnSpc>
                <a:spcPct val="80000"/>
              </a:lnSpc>
              <a:spcAft>
                <a:spcPts val="600"/>
              </a:spcAft>
            </a:pPr>
            <a:r>
              <a:rPr lang="en-GB" sz="6600" b="1">
                <a:solidFill>
                  <a:schemeClr val="accent3">
                    <a:lumMod val="100000"/>
                  </a:schemeClr>
                </a:solidFill>
                <a:latin typeface="+mj-lt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81D254-5B9A-953E-59A8-B53963ED68D7}"/>
              </a:ext>
            </a:extLst>
          </p:cNvPr>
          <p:cNvSpPr>
            <a:spLocks/>
          </p:cNvSpPr>
          <p:nvPr userDrawn="1">
            <p:custDataLst>
              <p:tags r:id="rId1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539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Section Divider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6B48B41-E8AF-AED8-8264-A1196631E8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02767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404" imgH="405" progId="TCLayout.ActiveDocument.1">
                  <p:embed/>
                </p:oleObj>
              </mc:Choice>
              <mc:Fallback>
                <p:oleObj name="think-cell Slide" r:id="rId1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B48B41-E8AF-AED8-8264-A1196631E8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3924997-C52B-CD42-804F-8E3E392F075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CEA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000" tIns="54000" rIns="54000" bIns="54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sz="900">
              <a:solidFill>
                <a:srgbClr val="FFFFFF"/>
              </a:solidFill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1E98122-0158-5B24-6B7A-4C1AF61DB836}"/>
              </a:ext>
            </a:extLst>
          </p:cNvPr>
          <p:cNvSpPr/>
          <p:nvPr userDrawn="1"/>
        </p:nvSpPr>
        <p:spPr>
          <a:xfrm rot="5400000">
            <a:off x="11914569" y="209664"/>
            <a:ext cx="99161" cy="85483"/>
          </a:xfrm>
          <a:prstGeom prst="triangle">
            <a:avLst/>
          </a:prstGeom>
          <a:solidFill>
            <a:schemeClr val="accent3">
              <a:lumMod val="10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736347E8-9428-24B6-B6CB-5115F04FED74}"/>
              </a:ext>
            </a:extLst>
          </p:cNvPr>
          <p:cNvSpPr/>
          <p:nvPr userDrawn="1"/>
        </p:nvSpPr>
        <p:spPr>
          <a:xfrm rot="16200000" flipH="1">
            <a:off x="11352448" y="209664"/>
            <a:ext cx="99161" cy="85483"/>
          </a:xfrm>
          <a:prstGeom prst="triangle">
            <a:avLst/>
          </a:prstGeom>
          <a:solidFill>
            <a:schemeClr val="accent3">
              <a:lumMod val="10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D5B042E-0BD4-238F-C25B-522F293899EA}"/>
              </a:ext>
            </a:extLst>
          </p:cNvPr>
          <p:cNvSpPr/>
          <p:nvPr userDrawn="1"/>
        </p:nvSpPr>
        <p:spPr>
          <a:xfrm>
            <a:off x="11836622" y="134102"/>
            <a:ext cx="236608" cy="236608"/>
          </a:xfrm>
          <a:prstGeom prst="ellipse">
            <a:avLst/>
          </a:prstGeom>
          <a:noFill/>
          <a:ln w="12700" cap="flat" cmpd="sng" algn="ctr">
            <a:solidFill>
              <a:schemeClr val="accent3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B980D47-D2A2-6D2F-278D-7D0343A09A30}"/>
              </a:ext>
            </a:extLst>
          </p:cNvPr>
          <p:cNvSpPr/>
          <p:nvPr userDrawn="1"/>
        </p:nvSpPr>
        <p:spPr>
          <a:xfrm flipH="1">
            <a:off x="11292948" y="134102"/>
            <a:ext cx="236608" cy="236608"/>
          </a:xfrm>
          <a:prstGeom prst="ellipse">
            <a:avLst/>
          </a:prstGeom>
          <a:noFill/>
          <a:ln w="12700" cap="flat" cmpd="sng" algn="ctr">
            <a:solidFill>
              <a:schemeClr val="accent3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7005B2EA-E427-20DB-75D5-B52244C6B15F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571850" y="134089"/>
            <a:ext cx="222478" cy="222478"/>
          </a:xfrm>
          <a:prstGeom prst="rect">
            <a:avLst/>
          </a:prstGeom>
        </p:spPr>
      </p:pic>
      <p:sp>
        <p:nvSpPr>
          <p:cNvPr id="9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61584DF9-633D-DF0E-6998-2E4CC11B509E}"/>
              </a:ext>
            </a:extLst>
          </p:cNvPr>
          <p:cNvSpPr/>
          <p:nvPr userDrawn="1"/>
        </p:nvSpPr>
        <p:spPr>
          <a:xfrm>
            <a:off x="12192000" y="685800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rtl="0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4D3B19-868D-798A-E3D1-68D949BAC28A}"/>
              </a:ext>
            </a:extLst>
          </p:cNvPr>
          <p:cNvSpPr>
            <a:spLocks/>
          </p:cNvSpPr>
          <p:nvPr userDrawn="1"/>
        </p:nvSpPr>
        <p:spPr>
          <a:xfrm>
            <a:off x="982663" y="-189318"/>
            <a:ext cx="574471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2.73cm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3CBE70-1256-42FF-1E38-2EE23D860231}"/>
              </a:ext>
            </a:extLst>
          </p:cNvPr>
          <p:cNvSpPr>
            <a:spLocks/>
          </p:cNvSpPr>
          <p:nvPr userDrawn="1"/>
        </p:nvSpPr>
        <p:spPr>
          <a:xfrm>
            <a:off x="11206800" y="-189318"/>
            <a:ext cx="744406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31.13cm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45879-679F-E9EE-AD4E-DD26AF4869AA}"/>
              </a:ext>
            </a:extLst>
          </p:cNvPr>
          <p:cNvSpPr>
            <a:spLocks/>
          </p:cNvSpPr>
          <p:nvPr userDrawn="1"/>
        </p:nvSpPr>
        <p:spPr>
          <a:xfrm>
            <a:off x="6274800" y="-189318"/>
            <a:ext cx="574471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17.43cm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5E4856-C652-7D18-ACCC-21D4D4732363}"/>
              </a:ext>
            </a:extLst>
          </p:cNvPr>
          <p:cNvSpPr>
            <a:spLocks/>
          </p:cNvSpPr>
          <p:nvPr userDrawn="1"/>
        </p:nvSpPr>
        <p:spPr>
          <a:xfrm>
            <a:off x="-642152" y="1341439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3.73cm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D3967B-66A4-E52F-EB2A-373A2CD1BA1E}"/>
              </a:ext>
            </a:extLst>
          </p:cNvPr>
          <p:cNvSpPr>
            <a:spLocks/>
          </p:cNvSpPr>
          <p:nvPr userDrawn="1"/>
        </p:nvSpPr>
        <p:spPr>
          <a:xfrm>
            <a:off x="-642152" y="982800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2.73cm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38AB6F-195A-147D-3E8A-4E26941BEB48}"/>
              </a:ext>
            </a:extLst>
          </p:cNvPr>
          <p:cNvSpPr>
            <a:spLocks/>
          </p:cNvSpPr>
          <p:nvPr userDrawn="1"/>
        </p:nvSpPr>
        <p:spPr>
          <a:xfrm>
            <a:off x="-650548" y="431800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1.23cm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D8FB87-439D-0886-76D7-72171C361968}"/>
              </a:ext>
            </a:extLst>
          </p:cNvPr>
          <p:cNvSpPr>
            <a:spLocks/>
          </p:cNvSpPr>
          <p:nvPr userDrawn="1"/>
        </p:nvSpPr>
        <p:spPr>
          <a:xfrm>
            <a:off x="-681779" y="5878800"/>
            <a:ext cx="653726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16.33cm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A07727A-2678-5B58-74FF-38D33C7107D7}"/>
              </a:ext>
            </a:extLst>
          </p:cNvPr>
          <p:cNvGrpSpPr/>
          <p:nvPr userDrawn="1"/>
        </p:nvGrpSpPr>
        <p:grpSpPr>
          <a:xfrm>
            <a:off x="985838" y="6975139"/>
            <a:ext cx="10223500" cy="230049"/>
            <a:chOff x="985838" y="6975139"/>
            <a:chExt cx="10223500" cy="230049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4525FDC-DD99-A713-848A-5456F1F1424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85838" y="7090164"/>
              <a:ext cx="10223500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70BCA21-15D1-2C5D-4089-C03FEF3E8D57}"/>
                </a:ext>
              </a:extLst>
            </p:cNvPr>
            <p:cNvSpPr>
              <a:spLocks/>
            </p:cNvSpPr>
            <p:nvPr userDrawn="1"/>
          </p:nvSpPr>
          <p:spPr>
            <a:xfrm>
              <a:off x="5653804" y="6975139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28.40cm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071ADB9-E625-4651-B169-7B18D83CAC80}"/>
              </a:ext>
            </a:extLst>
          </p:cNvPr>
          <p:cNvGrpSpPr/>
          <p:nvPr userDrawn="1"/>
        </p:nvGrpSpPr>
        <p:grpSpPr>
          <a:xfrm>
            <a:off x="0" y="7255521"/>
            <a:ext cx="12192000" cy="230049"/>
            <a:chOff x="0" y="7255521"/>
            <a:chExt cx="12192000" cy="230049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AAC934D-1814-3820-BD3A-9DF287005FD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7370546"/>
              <a:ext cx="12192000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9BCFCE2-EE3D-37B2-D027-4B872CC023FF}"/>
                </a:ext>
              </a:extLst>
            </p:cNvPr>
            <p:cNvSpPr>
              <a:spLocks/>
            </p:cNvSpPr>
            <p:nvPr userDrawn="1"/>
          </p:nvSpPr>
          <p:spPr>
            <a:xfrm>
              <a:off x="5652216" y="725552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33.87cm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75D7525-8A39-C389-137E-8D05B6C2EC67}"/>
              </a:ext>
            </a:extLst>
          </p:cNvPr>
          <p:cNvGrpSpPr>
            <a:grpSpLocks/>
          </p:cNvGrpSpPr>
          <p:nvPr userDrawn="1"/>
        </p:nvGrpSpPr>
        <p:grpSpPr>
          <a:xfrm>
            <a:off x="982800" y="7491081"/>
            <a:ext cx="4930775" cy="230049"/>
            <a:chOff x="985838" y="7724761"/>
            <a:chExt cx="4930775" cy="230049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DBA312E7-2568-0A83-48EB-3E902565C26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85838" y="7839786"/>
              <a:ext cx="4930775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3C4DAE5-22DA-82EE-7C62-81D84705D4F5}"/>
                </a:ext>
              </a:extLst>
            </p:cNvPr>
            <p:cNvSpPr>
              <a:spLocks/>
            </p:cNvSpPr>
            <p:nvPr userDrawn="1"/>
          </p:nvSpPr>
          <p:spPr>
            <a:xfrm>
              <a:off x="3007441" y="772476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13.70cm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512D980-CBB8-8EDB-3FAC-C07A20CE3DDC}"/>
              </a:ext>
            </a:extLst>
          </p:cNvPr>
          <p:cNvGrpSpPr>
            <a:grpSpLocks/>
          </p:cNvGrpSpPr>
          <p:nvPr userDrawn="1"/>
        </p:nvGrpSpPr>
        <p:grpSpPr>
          <a:xfrm>
            <a:off x="6274800" y="7491081"/>
            <a:ext cx="4930775" cy="230049"/>
            <a:chOff x="985838" y="7724761"/>
            <a:chExt cx="4930775" cy="230049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02EFF24-4C99-C3B8-5F8D-06705AFAA82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85838" y="7839786"/>
              <a:ext cx="4930775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864F0B4-A3B9-E77A-2417-24DDD5432576}"/>
                </a:ext>
              </a:extLst>
            </p:cNvPr>
            <p:cNvSpPr>
              <a:spLocks/>
            </p:cNvSpPr>
            <p:nvPr userDrawn="1"/>
          </p:nvSpPr>
          <p:spPr>
            <a:xfrm>
              <a:off x="3007441" y="772476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13.70cm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691BDF9-25AF-F6AA-6F23-FA0F92208D4D}"/>
              </a:ext>
            </a:extLst>
          </p:cNvPr>
          <p:cNvGrpSpPr/>
          <p:nvPr userDrawn="1"/>
        </p:nvGrpSpPr>
        <p:grpSpPr>
          <a:xfrm>
            <a:off x="12750953" y="0"/>
            <a:ext cx="230051" cy="6858000"/>
            <a:chOff x="-1090386" y="0"/>
            <a:chExt cx="230051" cy="6858000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E517DBB-5EDF-1321-43CC-EBD861DA274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975360" y="0"/>
              <a:ext cx="0" cy="685800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A3424B3-1497-D174-4277-407093C8B994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-1419144" y="3313974"/>
              <a:ext cx="887568" cy="230051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19.05cm</a:t>
              </a:r>
            </a:p>
          </p:txBody>
        </p:sp>
      </p:grpSp>
      <p:sp>
        <p:nvSpPr>
          <p:cNvPr id="13" name="TextBox 12">
            <a:hlinkClick r:id="" action="ppaction://noaction"/>
            <a:extLst>
              <a:ext uri="{FF2B5EF4-FFF2-40B4-BE49-F238E27FC236}">
                <a16:creationId xmlns:a16="http://schemas.microsoft.com/office/drawing/2014/main" id="{F20B1033-F813-96CD-F7FB-FCD5B8A85B0C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998475" y="1773835"/>
            <a:ext cx="18000000" cy="209115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>
              <a:lnSpc>
                <a:spcPct val="70000"/>
              </a:lnSpc>
              <a:defRPr sz="11000">
                <a:solidFill>
                  <a:srgbClr val="FFFFFF"/>
                </a:solidFill>
                <a:latin typeface="+mj-lt"/>
              </a:defRPr>
            </a:lvl1pPr>
          </a:lstStyle>
          <a:p>
            <a:pPr lvl="0" rtl="0">
              <a:lnSpc>
                <a:spcPct val="70000"/>
              </a:lnSpc>
            </a:pPr>
            <a:r>
              <a:rPr lang="en-GB" sz="6000">
                <a:solidFill>
                  <a:schemeClr val="accent3">
                    <a:lumMod val="100000"/>
                  </a:schemeClr>
                </a:solidFill>
                <a:latin typeface="+mj-lt"/>
              </a:rPr>
              <a:t>Subsection Title (DO NOT DELETE)</a:t>
            </a:r>
            <a:endParaRPr lang="en-GB" sz="60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4" name="TextBox 13">
            <a:hlinkClick r:id="" action="ppaction://noaction"/>
            <a:extLst>
              <a:ext uri="{FF2B5EF4-FFF2-40B4-BE49-F238E27FC236}">
                <a16:creationId xmlns:a16="http://schemas.microsoft.com/office/drawing/2014/main" id="{36F5CEAB-E720-BBEC-C914-44361C9BCF78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2215200" y="3897390"/>
            <a:ext cx="7101897" cy="251858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rtl="0">
              <a:lnSpc>
                <a:spcPct val="70000"/>
              </a:lnSpc>
            </a:pPr>
            <a:r>
              <a:rPr lang="en-GB" sz="6000">
                <a:solidFill>
                  <a:schemeClr val="accent3">
                    <a:lumMod val="100000"/>
                  </a:schemeClr>
                </a:solidFill>
                <a:latin typeface="+mj-lt"/>
              </a:rPr>
              <a:t>Section Title (DO NOT DELETE)</a:t>
            </a:r>
          </a:p>
        </p:txBody>
      </p:sp>
      <p:sp>
        <p:nvSpPr>
          <p:cNvPr id="15" name="ZoneTexte 13">
            <a:extLst>
              <a:ext uri="{FF2B5EF4-FFF2-40B4-BE49-F238E27FC236}">
                <a16:creationId xmlns:a16="http://schemas.microsoft.com/office/drawing/2014/main" id="{7BA5E11A-BE89-AA3A-2627-FE8E539C686A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998476" y="3681056"/>
            <a:ext cx="6336000" cy="252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88000" indent="-288000" rtl="0">
              <a:buFont typeface="Arial" panose="020B0604020202020204" pitchFamily="34" charset="0"/>
              <a:buChar char="—"/>
            </a:pPr>
            <a:r>
              <a:rPr lang="en-GB" sz="1200" i="0">
                <a:solidFill>
                  <a:schemeClr val="accent3">
                    <a:lumMod val="100000"/>
                  </a:schemeClr>
                </a:solidFill>
                <a:latin typeface="Arial" panose="020B0604020202020204" pitchFamily="34" charset="0"/>
              </a:rPr>
              <a:t>Slide Title (DO NOT DELETE)</a:t>
            </a:r>
          </a:p>
        </p:txBody>
      </p:sp>
      <p:sp>
        <p:nvSpPr>
          <p:cNvPr id="16" name="ZoneTexte 14">
            <a:extLst>
              <a:ext uri="{FF2B5EF4-FFF2-40B4-BE49-F238E27FC236}">
                <a16:creationId xmlns:a16="http://schemas.microsoft.com/office/drawing/2014/main" id="{F3F48908-7208-D7D0-AF66-F25A115837F1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8499630" y="3828990"/>
            <a:ext cx="276038" cy="252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 rtl="0"/>
            <a:r>
              <a:rPr lang="en-GB" sz="1200" i="0">
                <a:noFill/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612CFF-5EEB-A289-6BF6-5C7ED46C342F}"/>
              </a:ext>
            </a:extLst>
          </p:cNvPr>
          <p:cNvSpPr>
            <a:spLocks/>
          </p:cNvSpPr>
          <p:nvPr userDrawn="1">
            <p:custDataLst>
              <p:tags r:id="rId6"/>
            </p:custDataLst>
          </p:nvPr>
        </p:nvSpPr>
        <p:spPr>
          <a:xfrm>
            <a:off x="2064470" y="1773835"/>
            <a:ext cx="7324627" cy="446671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en-GB">
                <a:solidFill>
                  <a:srgbClr val="000000"/>
                </a:solidFill>
              </a:rPr>
              <a:t>Workspace (DO NOT DELETE): this shape delimits the vertical space where UpSlide will draw the Agenda.</a:t>
            </a:r>
          </a:p>
        </p:txBody>
      </p:sp>
      <p:sp>
        <p:nvSpPr>
          <p:cNvPr id="18" name="TextBox 17">
            <a:hlinkClick r:id="" action="ppaction://noaction"/>
            <a:extLst>
              <a:ext uri="{FF2B5EF4-FFF2-40B4-BE49-F238E27FC236}">
                <a16:creationId xmlns:a16="http://schemas.microsoft.com/office/drawing/2014/main" id="{A43B6DA0-4C35-656A-A587-6C71098827A1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 bwMode="auto">
          <a:xfrm>
            <a:off x="2064469" y="1346401"/>
            <a:ext cx="36000" cy="3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rtlCol="0" anchor="t" anchorCtr="0">
            <a:noAutofit/>
          </a:bodyPr>
          <a:lstStyle/>
          <a:p>
            <a:pPr rtl="0"/>
            <a:r>
              <a:rPr lang="en-GB" sz="100">
                <a:noFill/>
                <a:latin typeface="+mj-lt"/>
              </a:rPr>
              <a:t>1</a:t>
            </a:r>
          </a:p>
        </p:txBody>
      </p:sp>
      <p:sp>
        <p:nvSpPr>
          <p:cNvPr id="19" name="TextBox 18">
            <a:hlinkClick r:id="" action="ppaction://noaction"/>
            <a:extLst>
              <a:ext uri="{FF2B5EF4-FFF2-40B4-BE49-F238E27FC236}">
                <a16:creationId xmlns:a16="http://schemas.microsoft.com/office/drawing/2014/main" id="{8CB5EC06-318A-B278-374B-89B28B0F27A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9041059" y="3828990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 rtl="0"/>
            <a:r>
              <a:rPr lang="en-GB" sz="100">
                <a:noFill/>
                <a:latin typeface="+mj-lt"/>
              </a:rPr>
              <a:t>5</a:t>
            </a:r>
          </a:p>
        </p:txBody>
      </p:sp>
      <p:sp>
        <p:nvSpPr>
          <p:cNvPr id="20" name="TextBox 19">
            <a:hlinkClick r:id="" action="ppaction://noaction"/>
            <a:extLst>
              <a:ext uri="{FF2B5EF4-FFF2-40B4-BE49-F238E27FC236}">
                <a16:creationId xmlns:a16="http://schemas.microsoft.com/office/drawing/2014/main" id="{ACB70012-30E3-E56E-96C5-A825D1E0F9B5}"/>
              </a:ext>
            </a:extLst>
          </p:cNvPr>
          <p:cNvSpPr txBox="1"/>
          <p:nvPr userDrawn="1">
            <p:custDataLst>
              <p:tags r:id="rId9"/>
            </p:custDataLst>
          </p:nvPr>
        </p:nvSpPr>
        <p:spPr>
          <a:xfrm>
            <a:off x="9041059" y="3879390"/>
            <a:ext cx="0" cy="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pPr algn="r" rtl="0"/>
            <a:r>
              <a:rPr lang="en-GB" sz="100">
                <a:noFill/>
                <a:latin typeface="+mj-lt"/>
              </a:rPr>
              <a:t>6</a:t>
            </a:r>
          </a:p>
        </p:txBody>
      </p:sp>
      <p:sp>
        <p:nvSpPr>
          <p:cNvPr id="30" name="TextBox 29">
            <a:hlinkClick r:id="" action="ppaction://noaction"/>
            <a:extLst>
              <a:ext uri="{FF2B5EF4-FFF2-40B4-BE49-F238E27FC236}">
                <a16:creationId xmlns:a16="http://schemas.microsoft.com/office/drawing/2014/main" id="{935C8FF7-CE79-45E7-6189-593D5B9DC5D9}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 bwMode="auto">
          <a:xfrm>
            <a:off x="2064469" y="3879390"/>
            <a:ext cx="36000" cy="3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rtl="0"/>
            <a:r>
              <a:rPr lang="en-GB" sz="100">
                <a:noFill/>
              </a:rPr>
              <a:t>1.1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3E9DC50-3B11-BA63-47B9-2C1BA6A7534E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36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minder shapes Stor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03BADAA-C585-D6C0-3201-45F59005E92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6824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3BADAA-C585-D6C0-3201-45F59005E9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ZoneTexte 11">
            <a:extLst>
              <a:ext uri="{FF2B5EF4-FFF2-40B4-BE49-F238E27FC236}">
                <a16:creationId xmlns:a16="http://schemas.microsoft.com/office/drawing/2014/main" id="{BB3DBFF2-8D2F-D1D7-4EF7-AF89F9F5CE81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995364" y="188640"/>
            <a:ext cx="10204450" cy="17790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Aft>
                <a:spcPts val="600"/>
              </a:spcAft>
            </a:pPr>
            <a:r>
              <a:rPr lang="en-GB" sz="1200" b="1">
                <a:solidFill>
                  <a:schemeClr val="accent3">
                    <a:lumMod val="100000"/>
                  </a:schemeClr>
                </a:solidFill>
              </a:rPr>
              <a:t>&lt;%SECTIONNAME%&gt;&lt;%SPACEIFINSUBSEC%&gt;&lt;%TIRETIFINSUBSEC%&gt;&lt;%SPACEIFINSUBSEC%&gt;&lt;%SUBSECTIONNAME%&gt;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6DE45B-2484-D326-8719-0097EAA005DC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968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Slide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EBB7E8B-728C-3534-E391-4055229CEC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33176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BB7E8B-728C-3534-E391-4055229CEC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134BC455-1433-C58D-DD91-76835760EDB7}"/>
              </a:ext>
            </a:extLst>
          </p:cNvPr>
          <p:cNvGrpSpPr/>
          <p:nvPr userDrawn="1"/>
        </p:nvGrpSpPr>
        <p:grpSpPr>
          <a:xfrm>
            <a:off x="712611" y="635732"/>
            <a:ext cx="3126154" cy="1750774"/>
            <a:chOff x="504151" y="381000"/>
            <a:chExt cx="2540000" cy="175077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913A9B-F804-2F35-E8AE-717FC7FB94C9}"/>
                </a:ext>
              </a:extLst>
            </p:cNvPr>
            <p:cNvSpPr txBox="1"/>
            <p:nvPr userDrawn="1"/>
          </p:nvSpPr>
          <p:spPr>
            <a:xfrm>
              <a:off x="504151" y="1270000"/>
              <a:ext cx="2540000" cy="861774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rtl="0"/>
              <a:r>
                <a:rPr lang="en-GB" sz="1000"/>
                <a:t>Edit alt text on the non-current shape for display options.</a:t>
              </a:r>
            </a:p>
            <a:p>
              <a:pPr rtl="0"/>
              <a:r>
                <a:rPr lang="en-GB" sz="1000" b="1"/>
                <a:t>See </a:t>
              </a:r>
              <a:r>
                <a:rPr lang="en-GB" sz="1000" b="1">
                  <a:hlinkClick r:id="rId6"/>
                </a:rPr>
                <a:t>here</a:t>
              </a:r>
              <a:r>
                <a:rPr lang="en-GB" sz="1000" b="1"/>
                <a:t> for the options you can apply and other instructions to build a breadcrumb using UpSlide.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4E7B21E-DFD1-F87D-9F54-2C7B05C30C93}"/>
                </a:ext>
              </a:extLst>
            </p:cNvPr>
            <p:cNvCxnSpPr/>
            <p:nvPr userDrawn="1"/>
          </p:nvCxnSpPr>
          <p:spPr>
            <a:xfrm>
              <a:off x="1016000" y="381000"/>
              <a:ext cx="0" cy="889000"/>
            </a:xfrm>
            <a:prstGeom prst="straightConnector1">
              <a:avLst/>
            </a:prstGeom>
            <a:ln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303829-0945-9D47-C04E-ADBE43696C98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815635" y="510391"/>
            <a:ext cx="2002223" cy="5293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14BFFA-265D-16D0-E3E4-E35FCA558DCB}"/>
              </a:ext>
            </a:extLst>
          </p:cNvPr>
          <p:cNvGrpSpPr/>
          <p:nvPr userDrawn="1"/>
        </p:nvGrpSpPr>
        <p:grpSpPr>
          <a:xfrm>
            <a:off x="289342" y="508732"/>
            <a:ext cx="1140409" cy="807998"/>
            <a:chOff x="0" y="254000"/>
            <a:chExt cx="926582" cy="8079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7343379-8E0C-CBE0-5A0D-4ADF2281EA91}"/>
                </a:ext>
              </a:extLst>
            </p:cNvPr>
            <p:cNvSpPr txBox="1"/>
            <p:nvPr userDrawn="1"/>
          </p:nvSpPr>
          <p:spPr>
            <a:xfrm>
              <a:off x="0" y="508000"/>
              <a:ext cx="926582" cy="55399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rtl="0"/>
              <a:r>
                <a:rPr lang="en-GB" sz="1000"/>
                <a:t>First shape </a:t>
              </a:r>
              <a:br>
                <a:rPr lang="en-GB" sz="1000"/>
              </a:br>
              <a:r>
                <a:rPr lang="en-GB" sz="1000"/>
                <a:t>left margin from page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D1A54CE-B898-FDCB-7BB7-EA78D944330F}"/>
                </a:ext>
              </a:extLst>
            </p:cNvPr>
            <p:cNvCxnSpPr/>
            <p:nvPr userDrawn="1"/>
          </p:nvCxnSpPr>
          <p:spPr>
            <a:xfrm>
              <a:off x="190500" y="254000"/>
              <a:ext cx="0" cy="254000"/>
            </a:xfrm>
            <a:prstGeom prst="straightConnector1">
              <a:avLst/>
            </a:prstGeom>
            <a:ln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8AA1B64-1717-3F4E-57F6-9810BA8040A1}"/>
              </a:ext>
            </a:extLst>
          </p:cNvPr>
          <p:cNvSpPr txBox="1"/>
          <p:nvPr userDrawn="1"/>
        </p:nvSpPr>
        <p:spPr>
          <a:xfrm>
            <a:off x="3817858" y="1016732"/>
            <a:ext cx="1563077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rtl="0"/>
            <a:r>
              <a:rPr lang="en-GB" sz="1000"/>
              <a:t>Margin between shapes</a:t>
            </a:r>
          </a:p>
        </p:txBody>
      </p:sp>
      <p:sp>
        <p:nvSpPr>
          <p:cNvPr id="5" name="Other Sections" descr="{&#10;  &quot;MinimumUpSlideVersion&quot;: &quot;6.7.4.0&quot;,&#10;  &quot;DisplayMode&quot;: &quot;SectionsOnly&quot;&#10;}">
            <a:extLst>
              <a:ext uri="{FF2B5EF4-FFF2-40B4-BE49-F238E27FC236}">
                <a16:creationId xmlns:a16="http://schemas.microsoft.com/office/drawing/2014/main" id="{0BB4E062-AF4D-F879-73A8-63796DF5A187}"/>
              </a:ext>
            </a:extLst>
          </p:cNvPr>
          <p:cNvSpPr>
            <a:spLocks/>
          </p:cNvSpPr>
          <p:nvPr userDrawn="1"/>
        </p:nvSpPr>
        <p:spPr>
          <a:xfrm>
            <a:off x="982800" y="179436"/>
            <a:ext cx="688825" cy="144922"/>
          </a:xfrm>
          <a:prstGeom prst="bracketPair">
            <a:avLst>
              <a:gd name="adj" fmla="val 0"/>
            </a:avLst>
          </a:prstGeom>
          <a:noFill/>
          <a:ln w="9525">
            <a:solidFill>
              <a:srgbClr val="ACAC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10800" rIns="72000" bIns="10800" rtlCol="0" anchor="ctr">
            <a:spAutoFit/>
          </a:bodyPr>
          <a:lstStyle/>
          <a:p>
            <a:pPr lvl="0" rtl="0"/>
            <a:r>
              <a:rPr lang="en-GB" sz="8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Non-current</a:t>
            </a:r>
          </a:p>
        </p:txBody>
      </p:sp>
      <p:sp>
        <p:nvSpPr>
          <p:cNvPr id="6" name="Current Section">
            <a:extLst>
              <a:ext uri="{FF2B5EF4-FFF2-40B4-BE49-F238E27FC236}">
                <a16:creationId xmlns:a16="http://schemas.microsoft.com/office/drawing/2014/main" id="{74B50694-C3B2-9827-9FDF-0D5742FDE53E}"/>
              </a:ext>
            </a:extLst>
          </p:cNvPr>
          <p:cNvSpPr>
            <a:spLocks/>
          </p:cNvSpPr>
          <p:nvPr userDrawn="1"/>
        </p:nvSpPr>
        <p:spPr>
          <a:xfrm>
            <a:off x="1671625" y="179436"/>
            <a:ext cx="515700" cy="144922"/>
          </a:xfrm>
          <a:prstGeom prst="bracketPair">
            <a:avLst>
              <a:gd name="adj" fmla="val 0"/>
            </a:avLst>
          </a:prstGeom>
          <a:noFill/>
          <a:ln w="9525">
            <a:solidFill>
              <a:srgbClr val="ACAC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72000" tIns="10800" rIns="72000" bIns="1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lvl="0" rtl="0"/>
            <a:r>
              <a:rPr lang="en-GB" sz="800" b="1">
                <a:solidFill>
                  <a:schemeClr val="accent3">
                    <a:lumMod val="10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78C9ED-4021-D124-FC68-6DB54A0C42E7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847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UpSlide_Section Divider_DO NOT delete">
    <p:bg>
      <p:bgPr>
        <a:solidFill>
          <a:srgbClr val="0C2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7C4A917-781C-C75D-EA65-367964F6A3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35602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C4A917-781C-C75D-EA65-367964F6A3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8D5A6B33-6A03-E3BB-2C29-EAB833EA92E2}"/>
              </a:ext>
            </a:extLst>
          </p:cNvPr>
          <p:cNvSpPr>
            <a:spLocks noChangeAspect="1"/>
          </p:cNvSpPr>
          <p:nvPr userDrawn="1"/>
        </p:nvSpPr>
        <p:spPr>
          <a:xfrm>
            <a:off x="998476" y="1330325"/>
            <a:ext cx="7061787" cy="4546600"/>
          </a:xfrm>
          <a:prstGeom prst="rect">
            <a:avLst/>
          </a:prstGeom>
          <a:solidFill>
            <a:srgbClr val="ACEAFF"/>
          </a:soli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 rtl="0">
              <a:lnSpc>
                <a:spcPct val="70000"/>
              </a:lnSpc>
              <a:spcBef>
                <a:spcPct val="0"/>
              </a:spcBef>
              <a:buNone/>
            </a:pPr>
            <a:endParaRPr lang="en-GB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>
          <a:xfrm>
            <a:off x="0" y="0"/>
            <a:ext cx="0" cy="0"/>
          </a:xfrm>
          <a:prstGeom prst="rect">
            <a:avLst/>
          </a:prstGeom>
          <a:ln>
            <a:solidFill>
              <a:srgbClr val="00338D"/>
            </a:solidFill>
          </a:ln>
        </p:spPr>
        <p:txBody>
          <a:bodyPr lIns="0" tIns="0" rIns="0" bIns="0" anchor="t" anchorCtr="0"/>
          <a:lstStyle>
            <a:defPPr>
              <a:defRPr lang="en-US"/>
            </a:defPPr>
            <a:lvl1pPr marL="0" algn="r" defTabSz="914400" rtl="0" eaLnBrk="1" latinLnBrk="0" hangingPunct="1">
              <a:defRPr lang="fr-FR" sz="100" kern="1200" smtClean="0">
                <a:solidFill>
                  <a:schemeClr val="bg2"/>
                </a:solidFill>
                <a:latin typeface="+mn-lt"/>
                <a:ea typeface="Arial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fld id="{4D41ED6B-0A05-44D7-9208-91571559B6FC}" type="slidenum">
              <a:rPr lang="en-GB" smtClean="0"/>
              <a:pPr defTabSz="457200"/>
              <a:t>‹#›</a:t>
            </a:fld>
            <a:endParaRPr lang="en-GB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D201DF8-8688-B83B-BC19-EA576B519C7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8B9B2E45-F797-8C99-08D4-9DA15AA8DE30}"/>
              </a:ext>
            </a:extLst>
          </p:cNvPr>
          <p:cNvSpPr/>
          <p:nvPr userDrawn="1"/>
        </p:nvSpPr>
        <p:spPr>
          <a:xfrm rot="5400000">
            <a:off x="11914569" y="209664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048C6BF7-D6A6-A874-7571-562059B61049}"/>
              </a:ext>
            </a:extLst>
          </p:cNvPr>
          <p:cNvSpPr/>
          <p:nvPr userDrawn="1"/>
        </p:nvSpPr>
        <p:spPr>
          <a:xfrm rot="16200000" flipH="1">
            <a:off x="11352448" y="209664"/>
            <a:ext cx="99161" cy="8548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8FDD03E-077D-636B-3CB7-0042A0B81724}"/>
              </a:ext>
            </a:extLst>
          </p:cNvPr>
          <p:cNvSpPr/>
          <p:nvPr userDrawn="1"/>
        </p:nvSpPr>
        <p:spPr>
          <a:xfrm>
            <a:off x="11836622" y="134102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CBF5D9C-E8B3-DDEB-3F3C-128404F08F15}"/>
              </a:ext>
            </a:extLst>
          </p:cNvPr>
          <p:cNvSpPr/>
          <p:nvPr userDrawn="1"/>
        </p:nvSpPr>
        <p:spPr>
          <a:xfrm flipH="1">
            <a:off x="11292948" y="134102"/>
            <a:ext cx="236608" cy="23660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ADE63953-21BF-6AA9-FD7C-6A3840E2323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71850" y="134089"/>
            <a:ext cx="222478" cy="222478"/>
          </a:xfrm>
          <a:prstGeom prst="rect">
            <a:avLst/>
          </a:prstGeom>
        </p:spPr>
      </p:pic>
      <p:sp>
        <p:nvSpPr>
          <p:cNvPr id="9" name="UpSlide Options" descr="{&#10;  &quot;NoBreadcrumb&quot;: true,&#10;  &quot;NoBreadcrumbNorReminder&quot;: true,&#10;  &quot;MinimumUpSlideVersion&quot;: &quot;0.0.0.0&quot;&#10;}" hidden="1">
            <a:extLst>
              <a:ext uri="{FF2B5EF4-FFF2-40B4-BE49-F238E27FC236}">
                <a16:creationId xmlns:a16="http://schemas.microsoft.com/office/drawing/2014/main" id="{B3BD9D59-40AF-CF26-139F-038A1F3B68B8}"/>
              </a:ext>
            </a:extLst>
          </p:cNvPr>
          <p:cNvSpPr/>
          <p:nvPr userDrawn="1"/>
        </p:nvSpPr>
        <p:spPr>
          <a:xfrm>
            <a:off x="12192000" y="6858000"/>
            <a:ext cx="0" cy="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rtl="0"/>
            <a:endParaRPr lang="en-GB" sz="160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5A3E1C-E2AB-0D0E-539C-7904959FF5B7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41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11.xml"/><Relationship Id="rId9" Type="http://schemas.openxmlformats.org/officeDocument/2006/relationships/oleObject" Target="../embeddings/oleObject8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13DB1CBB-85BD-5B06-A5A9-A78152A63E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711246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73" imgH="476" progId="TCLayout.ActiveDocument.1">
                  <p:embed/>
                </p:oleObj>
              </mc:Choice>
              <mc:Fallback>
                <p:oleObj name="think-cell Slide" r:id="rId12" imgW="473" imgH="47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DB1CBB-85BD-5B06-A5A9-A78152A63E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801" y="442800"/>
            <a:ext cx="10224000" cy="5397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799" y="1342800"/>
            <a:ext cx="10224000" cy="4536000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D31A6846-726B-409A-8453-AF1A92CE50EA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86CB4B4D-7CA3-9044-876B-883B54F8677D}" type="slidenum">
              <a:rPr lang="en-GB" sz="1000" smtClean="0">
                <a:solidFill>
                  <a:srgbClr val="0C233C"/>
                </a:solidFill>
                <a:latin typeface="+mn-lt"/>
                <a:ea typeface="Arial"/>
                <a:cs typeface="Arial" panose="020B0604020202020204" pitchFamily="34" charset="0"/>
              </a:rPr>
              <a:pPr algn="r" rtl="0"/>
              <a:t>‹#›</a:t>
            </a:fld>
            <a:endParaRPr lang="en-GB" sz="1000">
              <a:solidFill>
                <a:srgbClr val="0C233C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2E24E5-F0BD-4186-A8BF-D63F32BEA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10"/>
            </p:custDataLst>
          </p:nvPr>
        </p:nvSpPr>
        <p:spPr>
          <a:xfrm>
            <a:off x="8967794" y="6295536"/>
            <a:ext cx="18662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600" b="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Document Classification: KPMG Confidential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9F1721-7B3F-4E62-8446-919F2C046A08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 cap="flat" cmpd="sng" algn="ctr">
            <a:solidFill>
              <a:schemeClr val="accent3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raphic 8">
            <a:extLst>
              <a:ext uri="{FF2B5EF4-FFF2-40B4-BE49-F238E27FC236}">
                <a16:creationId xmlns:a16="http://schemas.microsoft.com/office/drawing/2014/main" id="{74EEEE53-8F80-4E38-AE46-671AE837D862}"/>
              </a:ext>
            </a:extLst>
          </p:cNvPr>
          <p:cNvSpPr>
            <a:spLocks/>
          </p:cNvSpPr>
          <p:nvPr userDrawn="1"/>
        </p:nvSpPr>
        <p:spPr>
          <a:xfrm>
            <a:off x="1003200" y="6266996"/>
            <a:ext cx="484832" cy="194706"/>
          </a:xfrm>
          <a:custGeom>
            <a:avLst/>
            <a:gdLst>
              <a:gd name="connsiteX0" fmla="*/ 480938 w 484832"/>
              <a:gd name="connsiteY0" fmla="*/ 148130 h 194706"/>
              <a:gd name="connsiteX1" fmla="*/ 455744 w 484832"/>
              <a:gd name="connsiteY1" fmla="*/ 148130 h 194706"/>
              <a:gd name="connsiteX2" fmla="*/ 459917 w 484832"/>
              <a:gd name="connsiteY2" fmla="*/ 131488 h 194706"/>
              <a:gd name="connsiteX3" fmla="*/ 409445 w 484832"/>
              <a:gd name="connsiteY3" fmla="*/ 131488 h 194706"/>
              <a:gd name="connsiteX4" fmla="*/ 405289 w 484832"/>
              <a:gd name="connsiteY4" fmla="*/ 148130 h 194706"/>
              <a:gd name="connsiteX5" fmla="*/ 380916 w 484832"/>
              <a:gd name="connsiteY5" fmla="*/ 148130 h 194706"/>
              <a:gd name="connsiteX6" fmla="*/ 380916 w 484832"/>
              <a:gd name="connsiteY6" fmla="*/ 144709 h 194706"/>
              <a:gd name="connsiteX7" fmla="*/ 382079 w 484832"/>
              <a:gd name="connsiteY7" fmla="*/ 138775 h 194706"/>
              <a:gd name="connsiteX8" fmla="*/ 418715 w 484832"/>
              <a:gd name="connsiteY8" fmla="*/ 103062 h 194706"/>
              <a:gd name="connsiteX9" fmla="*/ 433698 w 484832"/>
              <a:gd name="connsiteY9" fmla="*/ 117292 h 194706"/>
              <a:gd name="connsiteX10" fmla="*/ 463732 w 484832"/>
              <a:gd name="connsiteY10" fmla="*/ 117292 h 194706"/>
              <a:gd name="connsiteX11" fmla="*/ 461234 w 484832"/>
              <a:gd name="connsiteY11" fmla="*/ 95058 h 194706"/>
              <a:gd name="connsiteX12" fmla="*/ 425214 w 484832"/>
              <a:gd name="connsiteY12" fmla="*/ 82641 h 194706"/>
              <a:gd name="connsiteX13" fmla="*/ 380916 w 484832"/>
              <a:gd name="connsiteY13" fmla="*/ 94357 h 194706"/>
              <a:gd name="connsiteX14" fmla="*/ 380916 w 484832"/>
              <a:gd name="connsiteY14" fmla="*/ 3708 h 194706"/>
              <a:gd name="connsiteX15" fmla="*/ 480938 w 484832"/>
              <a:gd name="connsiteY15" fmla="*/ 3708 h 194706"/>
              <a:gd name="connsiteX16" fmla="*/ 421914 w 484832"/>
              <a:gd name="connsiteY16" fmla="*/ 172537 h 194706"/>
              <a:gd name="connsiteX17" fmla="*/ 405101 w 484832"/>
              <a:gd name="connsiteY17" fmla="*/ 174247 h 194706"/>
              <a:gd name="connsiteX18" fmla="*/ 380438 w 484832"/>
              <a:gd name="connsiteY18" fmla="*/ 151910 h 194706"/>
              <a:gd name="connsiteX19" fmla="*/ 427027 w 484832"/>
              <a:gd name="connsiteY19" fmla="*/ 151910 h 194706"/>
              <a:gd name="connsiteX20" fmla="*/ 364275 w 484832"/>
              <a:gd name="connsiteY20" fmla="*/ 90064 h 194706"/>
              <a:gd name="connsiteX21" fmla="*/ 364275 w 484832"/>
              <a:gd name="connsiteY21" fmla="*/ 110759 h 194706"/>
              <a:gd name="connsiteX22" fmla="*/ 350951 w 484832"/>
              <a:gd name="connsiteY22" fmla="*/ 139390 h 194706"/>
              <a:gd name="connsiteX23" fmla="*/ 349360 w 484832"/>
              <a:gd name="connsiteY23" fmla="*/ 148130 h 194706"/>
              <a:gd name="connsiteX24" fmla="*/ 334669 w 484832"/>
              <a:gd name="connsiteY24" fmla="*/ 148130 h 194706"/>
              <a:gd name="connsiteX25" fmla="*/ 347223 w 484832"/>
              <a:gd name="connsiteY25" fmla="*/ 88524 h 194706"/>
              <a:gd name="connsiteX26" fmla="*/ 304943 w 484832"/>
              <a:gd name="connsiteY26" fmla="*/ 88524 h 194706"/>
              <a:gd name="connsiteX27" fmla="*/ 267110 w 484832"/>
              <a:gd name="connsiteY27" fmla="*/ 148164 h 194706"/>
              <a:gd name="connsiteX28" fmla="*/ 264339 w 484832"/>
              <a:gd name="connsiteY28" fmla="*/ 148164 h 194706"/>
              <a:gd name="connsiteX29" fmla="*/ 264339 w 484832"/>
              <a:gd name="connsiteY29" fmla="*/ 3759 h 194706"/>
              <a:gd name="connsiteX30" fmla="*/ 364326 w 484832"/>
              <a:gd name="connsiteY30" fmla="*/ 3759 h 194706"/>
              <a:gd name="connsiteX31" fmla="*/ 308449 w 484832"/>
              <a:gd name="connsiteY31" fmla="*/ 148130 h 194706"/>
              <a:gd name="connsiteX32" fmla="*/ 293398 w 484832"/>
              <a:gd name="connsiteY32" fmla="*/ 148130 h 194706"/>
              <a:gd name="connsiteX33" fmla="*/ 316163 w 484832"/>
              <a:gd name="connsiteY33" fmla="*/ 112315 h 194706"/>
              <a:gd name="connsiteX34" fmla="*/ 247731 w 484832"/>
              <a:gd name="connsiteY34" fmla="*/ 88388 h 194706"/>
              <a:gd name="connsiteX35" fmla="*/ 222709 w 484832"/>
              <a:gd name="connsiteY35" fmla="*/ 88388 h 194706"/>
              <a:gd name="connsiteX36" fmla="*/ 205606 w 484832"/>
              <a:gd name="connsiteY36" fmla="*/ 148130 h 194706"/>
              <a:gd name="connsiteX37" fmla="*/ 179027 w 484832"/>
              <a:gd name="connsiteY37" fmla="*/ 148130 h 194706"/>
              <a:gd name="connsiteX38" fmla="*/ 203314 w 484832"/>
              <a:gd name="connsiteY38" fmla="*/ 119413 h 194706"/>
              <a:gd name="connsiteX39" fmla="*/ 199893 w 484832"/>
              <a:gd name="connsiteY39" fmla="*/ 95725 h 194706"/>
              <a:gd name="connsiteX40" fmla="*/ 167653 w 484832"/>
              <a:gd name="connsiteY40" fmla="*/ 88353 h 194706"/>
              <a:gd name="connsiteX41" fmla="*/ 147796 w 484832"/>
              <a:gd name="connsiteY41" fmla="*/ 88353 h 194706"/>
              <a:gd name="connsiteX42" fmla="*/ 147796 w 484832"/>
              <a:gd name="connsiteY42" fmla="*/ 3759 h 194706"/>
              <a:gd name="connsiteX43" fmla="*/ 247697 w 484832"/>
              <a:gd name="connsiteY43" fmla="*/ 3759 h 194706"/>
              <a:gd name="connsiteX44" fmla="*/ 231740 w 484832"/>
              <a:gd name="connsiteY44" fmla="*/ 148130 h 194706"/>
              <a:gd name="connsiteX45" fmla="*/ 242258 w 484832"/>
              <a:gd name="connsiteY45" fmla="*/ 110759 h 194706"/>
              <a:gd name="connsiteX46" fmla="*/ 242635 w 484832"/>
              <a:gd name="connsiteY46" fmla="*/ 148130 h 194706"/>
              <a:gd name="connsiteX47" fmla="*/ 158981 w 484832"/>
              <a:gd name="connsiteY47" fmla="*/ 133934 h 194706"/>
              <a:gd name="connsiteX48" fmla="*/ 158981 w 484832"/>
              <a:gd name="connsiteY48" fmla="*/ 133934 h 194706"/>
              <a:gd name="connsiteX49" fmla="*/ 155920 w 484832"/>
              <a:gd name="connsiteY49" fmla="*/ 134054 h 194706"/>
              <a:gd name="connsiteX50" fmla="*/ 152243 w 484832"/>
              <a:gd name="connsiteY50" fmla="*/ 134054 h 194706"/>
              <a:gd name="connsiteX51" fmla="*/ 145846 w 484832"/>
              <a:gd name="connsiteY51" fmla="*/ 134054 h 194706"/>
              <a:gd name="connsiteX52" fmla="*/ 148805 w 484832"/>
              <a:gd name="connsiteY52" fmla="*/ 123125 h 194706"/>
              <a:gd name="connsiteX53" fmla="*/ 150207 w 484832"/>
              <a:gd name="connsiteY53" fmla="*/ 117686 h 194706"/>
              <a:gd name="connsiteX54" fmla="*/ 153628 w 484832"/>
              <a:gd name="connsiteY54" fmla="*/ 104961 h 194706"/>
              <a:gd name="connsiteX55" fmla="*/ 157972 w 484832"/>
              <a:gd name="connsiteY55" fmla="*/ 104961 h 194706"/>
              <a:gd name="connsiteX56" fmla="*/ 162915 w 484832"/>
              <a:gd name="connsiteY56" fmla="*/ 104961 h 194706"/>
              <a:gd name="connsiteX57" fmla="*/ 178668 w 484832"/>
              <a:gd name="connsiteY57" fmla="*/ 108159 h 194706"/>
              <a:gd name="connsiteX58" fmla="*/ 178206 w 484832"/>
              <a:gd name="connsiteY58" fmla="*/ 119105 h 194706"/>
              <a:gd name="connsiteX59" fmla="*/ 159084 w 484832"/>
              <a:gd name="connsiteY59" fmla="*/ 133986 h 194706"/>
              <a:gd name="connsiteX60" fmla="*/ 131291 w 484832"/>
              <a:gd name="connsiteY60" fmla="*/ 93741 h 194706"/>
              <a:gd name="connsiteX61" fmla="*/ 129717 w 484832"/>
              <a:gd name="connsiteY61" fmla="*/ 98872 h 194706"/>
              <a:gd name="connsiteX62" fmla="*/ 115419 w 484832"/>
              <a:gd name="connsiteY62" fmla="*/ 146471 h 194706"/>
              <a:gd name="connsiteX63" fmla="*/ 114854 w 484832"/>
              <a:gd name="connsiteY63" fmla="*/ 148181 h 194706"/>
              <a:gd name="connsiteX64" fmla="*/ 67683 w 484832"/>
              <a:gd name="connsiteY64" fmla="*/ 148181 h 194706"/>
              <a:gd name="connsiteX65" fmla="*/ 64006 w 484832"/>
              <a:gd name="connsiteY65" fmla="*/ 140365 h 194706"/>
              <a:gd name="connsiteX66" fmla="*/ 114683 w 484832"/>
              <a:gd name="connsiteY66" fmla="*/ 88524 h 194706"/>
              <a:gd name="connsiteX67" fmla="*/ 82187 w 484832"/>
              <a:gd name="connsiteY67" fmla="*/ 88524 h 194706"/>
              <a:gd name="connsiteX68" fmla="*/ 42507 w 484832"/>
              <a:gd name="connsiteY68" fmla="*/ 131283 h 194706"/>
              <a:gd name="connsiteX69" fmla="*/ 55351 w 484832"/>
              <a:gd name="connsiteY69" fmla="*/ 88524 h 194706"/>
              <a:gd name="connsiteX70" fmla="*/ 31270 w 484832"/>
              <a:gd name="connsiteY70" fmla="*/ 88524 h 194706"/>
              <a:gd name="connsiteX71" fmla="*/ 31270 w 484832"/>
              <a:gd name="connsiteY71" fmla="*/ 3759 h 194706"/>
              <a:gd name="connsiteX72" fmla="*/ 131188 w 484832"/>
              <a:gd name="connsiteY72" fmla="*/ 3759 h 194706"/>
              <a:gd name="connsiteX73" fmla="*/ 377119 w 484832"/>
              <a:gd name="connsiteY73" fmla="*/ -89 h 194706"/>
              <a:gd name="connsiteX74" fmla="*/ 377119 w 484832"/>
              <a:gd name="connsiteY74" fmla="*/ 97076 h 194706"/>
              <a:gd name="connsiteX75" fmla="*/ 368140 w 484832"/>
              <a:gd name="connsiteY75" fmla="*/ 105713 h 194706"/>
              <a:gd name="connsiteX76" fmla="*/ 368140 w 484832"/>
              <a:gd name="connsiteY76" fmla="*/ -89 h 194706"/>
              <a:gd name="connsiteX77" fmla="*/ 260525 w 484832"/>
              <a:gd name="connsiteY77" fmla="*/ -89 h 194706"/>
              <a:gd name="connsiteX78" fmla="*/ 260525 w 484832"/>
              <a:gd name="connsiteY78" fmla="*/ 88388 h 194706"/>
              <a:gd name="connsiteX79" fmla="*/ 251614 w 484832"/>
              <a:gd name="connsiteY79" fmla="*/ 88388 h 194706"/>
              <a:gd name="connsiteX80" fmla="*/ 251614 w 484832"/>
              <a:gd name="connsiteY80" fmla="*/ -89 h 194706"/>
              <a:gd name="connsiteX81" fmla="*/ 143965 w 484832"/>
              <a:gd name="connsiteY81" fmla="*/ -89 h 194706"/>
              <a:gd name="connsiteX82" fmla="*/ 143965 w 484832"/>
              <a:gd name="connsiteY82" fmla="*/ 88524 h 194706"/>
              <a:gd name="connsiteX83" fmla="*/ 135071 w 484832"/>
              <a:gd name="connsiteY83" fmla="*/ 88524 h 194706"/>
              <a:gd name="connsiteX84" fmla="*/ 135071 w 484832"/>
              <a:gd name="connsiteY84" fmla="*/ -89 h 194706"/>
              <a:gd name="connsiteX85" fmla="*/ 27456 w 484832"/>
              <a:gd name="connsiteY85" fmla="*/ -89 h 194706"/>
              <a:gd name="connsiteX86" fmla="*/ 27456 w 484832"/>
              <a:gd name="connsiteY86" fmla="*/ 100907 h 194706"/>
              <a:gd name="connsiteX87" fmla="*/ -47 w 484832"/>
              <a:gd name="connsiteY87" fmla="*/ 192480 h 194706"/>
              <a:gd name="connsiteX88" fmla="*/ 24120 w 484832"/>
              <a:gd name="connsiteY88" fmla="*/ 192480 h 194706"/>
              <a:gd name="connsiteX89" fmla="*/ 36247 w 484832"/>
              <a:gd name="connsiteY89" fmla="*/ 151927 h 194706"/>
              <a:gd name="connsiteX90" fmla="*/ 39667 w 484832"/>
              <a:gd name="connsiteY90" fmla="*/ 151927 h 194706"/>
              <a:gd name="connsiteX91" fmla="*/ 59696 w 484832"/>
              <a:gd name="connsiteY91" fmla="*/ 192480 h 194706"/>
              <a:gd name="connsiteX92" fmla="*/ 89028 w 484832"/>
              <a:gd name="connsiteY92" fmla="*/ 192480 h 194706"/>
              <a:gd name="connsiteX93" fmla="*/ 69513 w 484832"/>
              <a:gd name="connsiteY93" fmla="*/ 151927 h 194706"/>
              <a:gd name="connsiteX94" fmla="*/ 113623 w 484832"/>
              <a:gd name="connsiteY94" fmla="*/ 151927 h 194706"/>
              <a:gd name="connsiteX95" fmla="*/ 101377 w 484832"/>
              <a:gd name="connsiteY95" fmla="*/ 192480 h 194706"/>
              <a:gd name="connsiteX96" fmla="*/ 127785 w 484832"/>
              <a:gd name="connsiteY96" fmla="*/ 192480 h 194706"/>
              <a:gd name="connsiteX97" fmla="*/ 139860 w 484832"/>
              <a:gd name="connsiteY97" fmla="*/ 152047 h 194706"/>
              <a:gd name="connsiteX98" fmla="*/ 145641 w 484832"/>
              <a:gd name="connsiteY98" fmla="*/ 152047 h 194706"/>
              <a:gd name="connsiteX99" fmla="*/ 145641 w 484832"/>
              <a:gd name="connsiteY99" fmla="*/ 151927 h 194706"/>
              <a:gd name="connsiteX100" fmla="*/ 204408 w 484832"/>
              <a:gd name="connsiteY100" fmla="*/ 151927 h 194706"/>
              <a:gd name="connsiteX101" fmla="*/ 192761 w 484832"/>
              <a:gd name="connsiteY101" fmla="*/ 192360 h 194706"/>
              <a:gd name="connsiteX102" fmla="*/ 219374 w 484832"/>
              <a:gd name="connsiteY102" fmla="*/ 192360 h 194706"/>
              <a:gd name="connsiteX103" fmla="*/ 230662 w 484832"/>
              <a:gd name="connsiteY103" fmla="*/ 151927 h 194706"/>
              <a:gd name="connsiteX104" fmla="*/ 242635 w 484832"/>
              <a:gd name="connsiteY104" fmla="*/ 151927 h 194706"/>
              <a:gd name="connsiteX105" fmla="*/ 242960 w 484832"/>
              <a:gd name="connsiteY105" fmla="*/ 192360 h 194706"/>
              <a:gd name="connsiteX106" fmla="*/ 265280 w 484832"/>
              <a:gd name="connsiteY106" fmla="*/ 192360 h 194706"/>
              <a:gd name="connsiteX107" fmla="*/ 290935 w 484832"/>
              <a:gd name="connsiteY107" fmla="*/ 151927 h 194706"/>
              <a:gd name="connsiteX108" fmla="*/ 307713 w 484832"/>
              <a:gd name="connsiteY108" fmla="*/ 151927 h 194706"/>
              <a:gd name="connsiteX109" fmla="*/ 299059 w 484832"/>
              <a:gd name="connsiteY109" fmla="*/ 192360 h 194706"/>
              <a:gd name="connsiteX110" fmla="*/ 325227 w 484832"/>
              <a:gd name="connsiteY110" fmla="*/ 192360 h 194706"/>
              <a:gd name="connsiteX111" fmla="*/ 333779 w 484832"/>
              <a:gd name="connsiteY111" fmla="*/ 151927 h 194706"/>
              <a:gd name="connsiteX112" fmla="*/ 348933 w 484832"/>
              <a:gd name="connsiteY112" fmla="*/ 151927 h 194706"/>
              <a:gd name="connsiteX113" fmla="*/ 359845 w 484832"/>
              <a:gd name="connsiteY113" fmla="*/ 183517 h 194706"/>
              <a:gd name="connsiteX114" fmla="*/ 397131 w 484832"/>
              <a:gd name="connsiteY114" fmla="*/ 194617 h 194706"/>
              <a:gd name="connsiteX115" fmla="*/ 445807 w 484832"/>
              <a:gd name="connsiteY115" fmla="*/ 188648 h 194706"/>
              <a:gd name="connsiteX116" fmla="*/ 454872 w 484832"/>
              <a:gd name="connsiteY116" fmla="*/ 151927 h 194706"/>
              <a:gd name="connsiteX117" fmla="*/ 484786 w 484832"/>
              <a:gd name="connsiteY117" fmla="*/ 151927 h 194706"/>
              <a:gd name="connsiteX118" fmla="*/ 484786 w 484832"/>
              <a:gd name="connsiteY118" fmla="*/ -89 h 194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</a:cxnLst>
            <a:rect l="l" t="t" r="r" b="b"/>
            <a:pathLst>
              <a:path w="484832" h="194706">
                <a:moveTo>
                  <a:pt x="480938" y="148130"/>
                </a:moveTo>
                <a:lnTo>
                  <a:pt x="455744" y="148130"/>
                </a:lnTo>
                <a:lnTo>
                  <a:pt x="459917" y="131488"/>
                </a:lnTo>
                <a:lnTo>
                  <a:pt x="409445" y="131488"/>
                </a:lnTo>
                <a:lnTo>
                  <a:pt x="405289" y="148130"/>
                </a:lnTo>
                <a:lnTo>
                  <a:pt x="380916" y="148130"/>
                </a:lnTo>
                <a:lnTo>
                  <a:pt x="380916" y="144709"/>
                </a:lnTo>
                <a:cubicBezTo>
                  <a:pt x="381293" y="142845"/>
                  <a:pt x="381618" y="140878"/>
                  <a:pt x="382079" y="138775"/>
                </a:cubicBezTo>
                <a:cubicBezTo>
                  <a:pt x="386526" y="120816"/>
                  <a:pt x="398311" y="103062"/>
                  <a:pt x="418715" y="103062"/>
                </a:cubicBezTo>
                <a:cubicBezTo>
                  <a:pt x="426771" y="103062"/>
                  <a:pt x="434792" y="106141"/>
                  <a:pt x="433698" y="117292"/>
                </a:cubicBezTo>
                <a:lnTo>
                  <a:pt x="463732" y="117292"/>
                </a:lnTo>
                <a:cubicBezTo>
                  <a:pt x="464912" y="112161"/>
                  <a:pt x="466896" y="103216"/>
                  <a:pt x="461234" y="95058"/>
                </a:cubicBezTo>
                <a:cubicBezTo>
                  <a:pt x="454821" y="86198"/>
                  <a:pt x="441942" y="82641"/>
                  <a:pt x="425214" y="82641"/>
                </a:cubicBezTo>
                <a:cubicBezTo>
                  <a:pt x="413328" y="82641"/>
                  <a:pt x="395933" y="84539"/>
                  <a:pt x="380916" y="94357"/>
                </a:cubicBezTo>
                <a:lnTo>
                  <a:pt x="380916" y="3708"/>
                </a:lnTo>
                <a:lnTo>
                  <a:pt x="480938" y="3708"/>
                </a:lnTo>
                <a:close/>
                <a:moveTo>
                  <a:pt x="421914" y="172537"/>
                </a:moveTo>
                <a:cubicBezTo>
                  <a:pt x="416372" y="173606"/>
                  <a:pt x="410745" y="174179"/>
                  <a:pt x="405101" y="174247"/>
                </a:cubicBezTo>
                <a:cubicBezTo>
                  <a:pt x="390683" y="174247"/>
                  <a:pt x="380643" y="167543"/>
                  <a:pt x="380438" y="151910"/>
                </a:cubicBezTo>
                <a:lnTo>
                  <a:pt x="427027" y="151910"/>
                </a:lnTo>
                <a:close/>
                <a:moveTo>
                  <a:pt x="364275" y="90064"/>
                </a:moveTo>
                <a:lnTo>
                  <a:pt x="364275" y="110759"/>
                </a:lnTo>
                <a:cubicBezTo>
                  <a:pt x="358044" y="119364"/>
                  <a:pt x="353522" y="129082"/>
                  <a:pt x="350951" y="139390"/>
                </a:cubicBezTo>
                <a:cubicBezTo>
                  <a:pt x="350195" y="142258"/>
                  <a:pt x="349663" y="145180"/>
                  <a:pt x="349360" y="148130"/>
                </a:cubicBezTo>
                <a:lnTo>
                  <a:pt x="334669" y="148130"/>
                </a:lnTo>
                <a:lnTo>
                  <a:pt x="347223" y="88524"/>
                </a:lnTo>
                <a:lnTo>
                  <a:pt x="304943" y="88524"/>
                </a:lnTo>
                <a:lnTo>
                  <a:pt x="267110" y="148164"/>
                </a:lnTo>
                <a:lnTo>
                  <a:pt x="264339" y="148164"/>
                </a:lnTo>
                <a:lnTo>
                  <a:pt x="264339" y="3759"/>
                </a:lnTo>
                <a:lnTo>
                  <a:pt x="364326" y="3759"/>
                </a:lnTo>
                <a:close/>
                <a:moveTo>
                  <a:pt x="308449" y="148130"/>
                </a:moveTo>
                <a:lnTo>
                  <a:pt x="293398" y="148130"/>
                </a:lnTo>
                <a:lnTo>
                  <a:pt x="316163" y="112315"/>
                </a:lnTo>
                <a:close/>
                <a:moveTo>
                  <a:pt x="247731" y="88388"/>
                </a:moveTo>
                <a:lnTo>
                  <a:pt x="222709" y="88388"/>
                </a:lnTo>
                <a:lnTo>
                  <a:pt x="205606" y="148130"/>
                </a:lnTo>
                <a:lnTo>
                  <a:pt x="179027" y="148130"/>
                </a:lnTo>
                <a:cubicBezTo>
                  <a:pt x="192538" y="143136"/>
                  <a:pt x="200765" y="133592"/>
                  <a:pt x="203314" y="119413"/>
                </a:cubicBezTo>
                <a:cubicBezTo>
                  <a:pt x="205400" y="108399"/>
                  <a:pt x="204408" y="101164"/>
                  <a:pt x="199893" y="95725"/>
                </a:cubicBezTo>
                <a:cubicBezTo>
                  <a:pt x="193154" y="87652"/>
                  <a:pt x="179642" y="88353"/>
                  <a:pt x="167653" y="88353"/>
                </a:cubicBezTo>
                <a:lnTo>
                  <a:pt x="147796" y="88353"/>
                </a:lnTo>
                <a:lnTo>
                  <a:pt x="147796" y="3759"/>
                </a:lnTo>
                <a:lnTo>
                  <a:pt x="247697" y="3759"/>
                </a:lnTo>
                <a:close/>
                <a:moveTo>
                  <a:pt x="231740" y="148130"/>
                </a:moveTo>
                <a:lnTo>
                  <a:pt x="242258" y="110759"/>
                </a:lnTo>
                <a:lnTo>
                  <a:pt x="242635" y="148130"/>
                </a:lnTo>
                <a:close/>
                <a:moveTo>
                  <a:pt x="158981" y="133934"/>
                </a:moveTo>
                <a:lnTo>
                  <a:pt x="158981" y="133934"/>
                </a:lnTo>
                <a:cubicBezTo>
                  <a:pt x="158007" y="133934"/>
                  <a:pt x="157032" y="134054"/>
                  <a:pt x="155920" y="134054"/>
                </a:cubicBezTo>
                <a:cubicBezTo>
                  <a:pt x="154466" y="134054"/>
                  <a:pt x="153320" y="134054"/>
                  <a:pt x="152243" y="134054"/>
                </a:cubicBezTo>
                <a:lnTo>
                  <a:pt x="145846" y="134054"/>
                </a:lnTo>
                <a:lnTo>
                  <a:pt x="148805" y="123125"/>
                </a:lnTo>
                <a:lnTo>
                  <a:pt x="150207" y="117686"/>
                </a:lnTo>
                <a:lnTo>
                  <a:pt x="153628" y="104961"/>
                </a:lnTo>
                <a:cubicBezTo>
                  <a:pt x="155116" y="104961"/>
                  <a:pt x="156570" y="104961"/>
                  <a:pt x="157972" y="104961"/>
                </a:cubicBezTo>
                <a:lnTo>
                  <a:pt x="162915" y="104961"/>
                </a:lnTo>
                <a:cubicBezTo>
                  <a:pt x="171467" y="104961"/>
                  <a:pt x="176718" y="105440"/>
                  <a:pt x="178668" y="108159"/>
                </a:cubicBezTo>
                <a:cubicBezTo>
                  <a:pt x="180156" y="110212"/>
                  <a:pt x="179967" y="113735"/>
                  <a:pt x="178206" y="119105"/>
                </a:cubicBezTo>
                <a:cubicBezTo>
                  <a:pt x="175196" y="128341"/>
                  <a:pt x="171364" y="133045"/>
                  <a:pt x="159084" y="133986"/>
                </a:cubicBezTo>
                <a:moveTo>
                  <a:pt x="131291" y="93741"/>
                </a:moveTo>
                <a:lnTo>
                  <a:pt x="129717" y="98872"/>
                </a:lnTo>
                <a:lnTo>
                  <a:pt x="115419" y="146471"/>
                </a:lnTo>
                <a:lnTo>
                  <a:pt x="114854" y="148181"/>
                </a:lnTo>
                <a:lnTo>
                  <a:pt x="67683" y="148181"/>
                </a:lnTo>
                <a:lnTo>
                  <a:pt x="64006" y="140365"/>
                </a:lnTo>
                <a:lnTo>
                  <a:pt x="114683" y="88524"/>
                </a:lnTo>
                <a:lnTo>
                  <a:pt x="82187" y="88524"/>
                </a:lnTo>
                <a:lnTo>
                  <a:pt x="42507" y="131283"/>
                </a:lnTo>
                <a:lnTo>
                  <a:pt x="55351" y="88524"/>
                </a:lnTo>
                <a:lnTo>
                  <a:pt x="31270" y="88524"/>
                </a:lnTo>
                <a:lnTo>
                  <a:pt x="31270" y="3759"/>
                </a:lnTo>
                <a:lnTo>
                  <a:pt x="131188" y="3759"/>
                </a:lnTo>
                <a:close/>
                <a:moveTo>
                  <a:pt x="377119" y="-89"/>
                </a:moveTo>
                <a:lnTo>
                  <a:pt x="377119" y="97076"/>
                </a:lnTo>
                <a:cubicBezTo>
                  <a:pt x="373861" y="99667"/>
                  <a:pt x="370856" y="102560"/>
                  <a:pt x="368140" y="105713"/>
                </a:cubicBezTo>
                <a:lnTo>
                  <a:pt x="368140" y="-89"/>
                </a:lnTo>
                <a:lnTo>
                  <a:pt x="260525" y="-89"/>
                </a:lnTo>
                <a:lnTo>
                  <a:pt x="260525" y="88388"/>
                </a:lnTo>
                <a:lnTo>
                  <a:pt x="251614" y="88388"/>
                </a:lnTo>
                <a:lnTo>
                  <a:pt x="251614" y="-89"/>
                </a:lnTo>
                <a:lnTo>
                  <a:pt x="143965" y="-89"/>
                </a:lnTo>
                <a:lnTo>
                  <a:pt x="143965" y="88524"/>
                </a:lnTo>
                <a:lnTo>
                  <a:pt x="135071" y="88524"/>
                </a:lnTo>
                <a:lnTo>
                  <a:pt x="135071" y="-89"/>
                </a:lnTo>
                <a:lnTo>
                  <a:pt x="27456" y="-89"/>
                </a:lnTo>
                <a:lnTo>
                  <a:pt x="27456" y="100907"/>
                </a:lnTo>
                <a:lnTo>
                  <a:pt x="-47" y="192480"/>
                </a:lnTo>
                <a:lnTo>
                  <a:pt x="24120" y="192480"/>
                </a:lnTo>
                <a:lnTo>
                  <a:pt x="36247" y="151927"/>
                </a:lnTo>
                <a:lnTo>
                  <a:pt x="39667" y="151927"/>
                </a:lnTo>
                <a:lnTo>
                  <a:pt x="59696" y="192480"/>
                </a:lnTo>
                <a:lnTo>
                  <a:pt x="89028" y="192480"/>
                </a:lnTo>
                <a:lnTo>
                  <a:pt x="69513" y="151927"/>
                </a:lnTo>
                <a:lnTo>
                  <a:pt x="113623" y="151927"/>
                </a:lnTo>
                <a:lnTo>
                  <a:pt x="101377" y="192480"/>
                </a:lnTo>
                <a:lnTo>
                  <a:pt x="127785" y="192480"/>
                </a:lnTo>
                <a:lnTo>
                  <a:pt x="139860" y="152047"/>
                </a:lnTo>
                <a:lnTo>
                  <a:pt x="145641" y="152047"/>
                </a:lnTo>
                <a:lnTo>
                  <a:pt x="145641" y="151927"/>
                </a:lnTo>
                <a:lnTo>
                  <a:pt x="204408" y="151927"/>
                </a:lnTo>
                <a:lnTo>
                  <a:pt x="192761" y="192360"/>
                </a:lnTo>
                <a:lnTo>
                  <a:pt x="219374" y="192360"/>
                </a:lnTo>
                <a:lnTo>
                  <a:pt x="230662" y="151927"/>
                </a:lnTo>
                <a:lnTo>
                  <a:pt x="242635" y="151927"/>
                </a:lnTo>
                <a:lnTo>
                  <a:pt x="242960" y="192360"/>
                </a:lnTo>
                <a:lnTo>
                  <a:pt x="265280" y="192360"/>
                </a:lnTo>
                <a:lnTo>
                  <a:pt x="290935" y="151927"/>
                </a:lnTo>
                <a:lnTo>
                  <a:pt x="307713" y="151927"/>
                </a:lnTo>
                <a:lnTo>
                  <a:pt x="299059" y="192360"/>
                </a:lnTo>
                <a:lnTo>
                  <a:pt x="325227" y="192360"/>
                </a:lnTo>
                <a:lnTo>
                  <a:pt x="333779" y="151927"/>
                </a:lnTo>
                <a:lnTo>
                  <a:pt x="348933" y="151927"/>
                </a:lnTo>
                <a:cubicBezTo>
                  <a:pt x="348334" y="164464"/>
                  <a:pt x="351533" y="175872"/>
                  <a:pt x="359845" y="183517"/>
                </a:cubicBezTo>
                <a:cubicBezTo>
                  <a:pt x="370004" y="192839"/>
                  <a:pt x="385603" y="194617"/>
                  <a:pt x="397131" y="194617"/>
                </a:cubicBezTo>
                <a:cubicBezTo>
                  <a:pt x="413526" y="194421"/>
                  <a:pt x="429850" y="192418"/>
                  <a:pt x="445807" y="188648"/>
                </a:cubicBezTo>
                <a:lnTo>
                  <a:pt x="454872" y="151927"/>
                </a:lnTo>
                <a:lnTo>
                  <a:pt x="484786" y="151927"/>
                </a:lnTo>
                <a:lnTo>
                  <a:pt x="484786" y="-89"/>
                </a:lnTo>
                <a:close/>
              </a:path>
            </a:pathLst>
          </a:custGeom>
          <a:solidFill>
            <a:srgbClr val="0C233C"/>
          </a:solidFill>
          <a:ln w="168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8622FF0-0E35-B078-2FD8-0DAFE67AB3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5400000">
            <a:off x="11914569" y="209664"/>
            <a:ext cx="99161" cy="85483"/>
          </a:xfrm>
          <a:prstGeom prst="triangle">
            <a:avLst/>
          </a:prstGeom>
          <a:solidFill>
            <a:schemeClr val="accent3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DC053B4-E914-AFD4-A152-DDCC2DAA96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1352448" y="209664"/>
            <a:ext cx="99161" cy="85483"/>
          </a:xfrm>
          <a:prstGeom prst="triangle">
            <a:avLst/>
          </a:prstGeom>
          <a:solidFill>
            <a:schemeClr val="accent3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6" name="Oval 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5334CBF-72E3-0E1F-3CBD-2D24B9896F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836622" y="134102"/>
            <a:ext cx="236608" cy="236608"/>
          </a:xfrm>
          <a:prstGeom prst="ellipse">
            <a:avLst/>
          </a:prstGeom>
          <a:noFill/>
          <a:ln w="12700" cap="flat" cmpd="sng" algn="ctr">
            <a:solidFill>
              <a:schemeClr val="accent3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sp>
        <p:nvSpPr>
          <p:cNvPr id="7" name="Oval 6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1E667A0-063B-7250-F4B9-CCF839CDAC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11292948" y="134102"/>
            <a:ext cx="236608" cy="236608"/>
          </a:xfrm>
          <a:prstGeom prst="ellipse">
            <a:avLst/>
          </a:prstGeom>
          <a:noFill/>
          <a:ln w="12700" cap="flat" cmpd="sng" algn="ctr">
            <a:solidFill>
              <a:schemeClr val="accent3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 rtl="0"/>
            <a:endParaRPr lang="en-GB" sz="1500">
              <a:solidFill>
                <a:schemeClr val="bg1"/>
              </a:solidFill>
            </a:endParaRPr>
          </a:p>
        </p:txBody>
      </p:sp>
      <p:pic>
        <p:nvPicPr>
          <p:cNvPr id="8" name="Graphic 7" descr="Home">
            <a:hlinkClick r:id="" action="ppaction://noaction"/>
            <a:extLst>
              <a:ext uri="{FF2B5EF4-FFF2-40B4-BE49-F238E27FC236}">
                <a16:creationId xmlns:a16="http://schemas.microsoft.com/office/drawing/2014/main" id="{31F1188E-F8DE-4338-11B6-756CB25D04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571850" y="134089"/>
            <a:ext cx="222478" cy="22247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421792E-5C1E-7314-08AD-045AB494AB32}"/>
              </a:ext>
            </a:extLst>
          </p:cNvPr>
          <p:cNvSpPr>
            <a:spLocks/>
          </p:cNvSpPr>
          <p:nvPr userDrawn="1"/>
        </p:nvSpPr>
        <p:spPr>
          <a:xfrm>
            <a:off x="982663" y="-189318"/>
            <a:ext cx="574471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2.73cm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21E340-D893-0CD9-9025-281C162241C7}"/>
              </a:ext>
            </a:extLst>
          </p:cNvPr>
          <p:cNvSpPr>
            <a:spLocks/>
          </p:cNvSpPr>
          <p:nvPr userDrawn="1"/>
        </p:nvSpPr>
        <p:spPr>
          <a:xfrm>
            <a:off x="11206800" y="-189318"/>
            <a:ext cx="744406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31.13cm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94D156-958D-9ED2-865A-12CD46259D1F}"/>
              </a:ext>
            </a:extLst>
          </p:cNvPr>
          <p:cNvSpPr>
            <a:spLocks/>
          </p:cNvSpPr>
          <p:nvPr userDrawn="1"/>
        </p:nvSpPr>
        <p:spPr>
          <a:xfrm>
            <a:off x="6274800" y="-189318"/>
            <a:ext cx="574471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17.43cm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E2CFF-8B28-7F37-146B-D17F5F846E49}"/>
              </a:ext>
            </a:extLst>
          </p:cNvPr>
          <p:cNvSpPr>
            <a:spLocks/>
          </p:cNvSpPr>
          <p:nvPr userDrawn="1"/>
        </p:nvSpPr>
        <p:spPr>
          <a:xfrm>
            <a:off x="-642152" y="1341439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3.73cm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E8A248-B071-2E49-AFC0-B739AD71440D}"/>
              </a:ext>
            </a:extLst>
          </p:cNvPr>
          <p:cNvSpPr>
            <a:spLocks/>
          </p:cNvSpPr>
          <p:nvPr userDrawn="1"/>
        </p:nvSpPr>
        <p:spPr>
          <a:xfrm>
            <a:off x="-642152" y="982800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2.73cm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FF4B77-C8AA-6A04-4A09-A0CA3FB308E4}"/>
              </a:ext>
            </a:extLst>
          </p:cNvPr>
          <p:cNvSpPr>
            <a:spLocks/>
          </p:cNvSpPr>
          <p:nvPr userDrawn="1"/>
        </p:nvSpPr>
        <p:spPr>
          <a:xfrm>
            <a:off x="-650548" y="431800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1.23cm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E2A4B1-C7DA-1EE6-AED7-E17CBD2C2263}"/>
              </a:ext>
            </a:extLst>
          </p:cNvPr>
          <p:cNvSpPr>
            <a:spLocks/>
          </p:cNvSpPr>
          <p:nvPr userDrawn="1"/>
        </p:nvSpPr>
        <p:spPr>
          <a:xfrm>
            <a:off x="-681779" y="5878800"/>
            <a:ext cx="653726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16.33cm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6FB6D5-55F9-5C50-0397-79F5E323A3F3}"/>
              </a:ext>
            </a:extLst>
          </p:cNvPr>
          <p:cNvGrpSpPr/>
          <p:nvPr userDrawn="1"/>
        </p:nvGrpSpPr>
        <p:grpSpPr>
          <a:xfrm>
            <a:off x="985838" y="6975139"/>
            <a:ext cx="10223500" cy="230049"/>
            <a:chOff x="985838" y="6975139"/>
            <a:chExt cx="10223500" cy="230049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2AE095D-53C5-B9A9-68F4-9C64821FB19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85838" y="7090164"/>
              <a:ext cx="10223500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9512CF9-CB17-70F9-6074-BB5F97C99B9D}"/>
                </a:ext>
              </a:extLst>
            </p:cNvPr>
            <p:cNvSpPr>
              <a:spLocks/>
            </p:cNvSpPr>
            <p:nvPr userDrawn="1"/>
          </p:nvSpPr>
          <p:spPr>
            <a:xfrm>
              <a:off x="5653804" y="6975139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28.40cm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06E442C-986D-1425-1C13-2978441ADAEE}"/>
              </a:ext>
            </a:extLst>
          </p:cNvPr>
          <p:cNvGrpSpPr/>
          <p:nvPr userDrawn="1"/>
        </p:nvGrpSpPr>
        <p:grpSpPr>
          <a:xfrm>
            <a:off x="0" y="7255521"/>
            <a:ext cx="12192000" cy="230049"/>
            <a:chOff x="0" y="7255521"/>
            <a:chExt cx="12192000" cy="230049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F5FDDAA-2629-5594-3BD3-0BB8E5DB451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7370546"/>
              <a:ext cx="12192000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FA0B309-EEAD-E42E-8C88-69F7F845F3D7}"/>
                </a:ext>
              </a:extLst>
            </p:cNvPr>
            <p:cNvSpPr>
              <a:spLocks/>
            </p:cNvSpPr>
            <p:nvPr userDrawn="1"/>
          </p:nvSpPr>
          <p:spPr>
            <a:xfrm>
              <a:off x="5652216" y="725552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33.87cm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CB02E77-57E6-C22C-902C-909575584D76}"/>
              </a:ext>
            </a:extLst>
          </p:cNvPr>
          <p:cNvGrpSpPr>
            <a:grpSpLocks/>
          </p:cNvGrpSpPr>
          <p:nvPr userDrawn="1"/>
        </p:nvGrpSpPr>
        <p:grpSpPr>
          <a:xfrm>
            <a:off x="982800" y="7491081"/>
            <a:ext cx="4930775" cy="230049"/>
            <a:chOff x="985838" y="7724761"/>
            <a:chExt cx="4930775" cy="230049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8CAC9E7-918E-E721-9B4E-F397EE3657D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85838" y="7839786"/>
              <a:ext cx="4930775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215610D-9283-F261-FA26-A8DED1C3730E}"/>
                </a:ext>
              </a:extLst>
            </p:cNvPr>
            <p:cNvSpPr>
              <a:spLocks/>
            </p:cNvSpPr>
            <p:nvPr userDrawn="1"/>
          </p:nvSpPr>
          <p:spPr>
            <a:xfrm>
              <a:off x="3007441" y="772476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13.70cm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BDAF9CE-B20A-C6F1-EE8A-5F6D73EC05D2}"/>
              </a:ext>
            </a:extLst>
          </p:cNvPr>
          <p:cNvGrpSpPr>
            <a:grpSpLocks/>
          </p:cNvGrpSpPr>
          <p:nvPr userDrawn="1"/>
        </p:nvGrpSpPr>
        <p:grpSpPr>
          <a:xfrm>
            <a:off x="6274800" y="7491081"/>
            <a:ext cx="4930775" cy="230049"/>
            <a:chOff x="985838" y="7724761"/>
            <a:chExt cx="4930775" cy="230049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94AC6DF-8869-2CAE-7A9D-2F76E067DF1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85838" y="7839786"/>
              <a:ext cx="4930775" cy="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DB598E0-CC0C-B93C-3281-818C7C34B811}"/>
                </a:ext>
              </a:extLst>
            </p:cNvPr>
            <p:cNvSpPr>
              <a:spLocks/>
            </p:cNvSpPr>
            <p:nvPr userDrawn="1"/>
          </p:nvSpPr>
          <p:spPr>
            <a:xfrm>
              <a:off x="3007441" y="7724761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13.70cm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357B390-C244-94F3-97AB-A04359664618}"/>
              </a:ext>
            </a:extLst>
          </p:cNvPr>
          <p:cNvGrpSpPr/>
          <p:nvPr userDrawn="1"/>
        </p:nvGrpSpPr>
        <p:grpSpPr>
          <a:xfrm>
            <a:off x="12750953" y="0"/>
            <a:ext cx="230051" cy="6858000"/>
            <a:chOff x="-1090386" y="0"/>
            <a:chExt cx="230051" cy="6858000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A6AAAA8-4A33-37B4-8DCE-D038FEA90F0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975360" y="0"/>
              <a:ext cx="0" cy="685800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BC7F5D2-1CC4-13A2-AE0A-F1E6403D5A1A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-1419144" y="3313974"/>
              <a:ext cx="887568" cy="230051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19.05cm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26241DF-6DFD-3EF3-FDA7-7792F674A013}"/>
              </a:ext>
            </a:extLst>
          </p:cNvPr>
          <p:cNvGrpSpPr>
            <a:grpSpLocks/>
          </p:cNvGrpSpPr>
          <p:nvPr userDrawn="1"/>
        </p:nvGrpSpPr>
        <p:grpSpPr>
          <a:xfrm>
            <a:off x="12251088" y="1341438"/>
            <a:ext cx="230049" cy="4536000"/>
            <a:chOff x="-321485" y="1341438"/>
            <a:chExt cx="230049" cy="4536000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BB8A45D-93BE-8E93-C068-7C229137A70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206460" y="1341438"/>
              <a:ext cx="0" cy="4536000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94E7B0F-B8D3-A7AD-7DDA-C0D4B8B63761}"/>
                </a:ext>
              </a:extLst>
            </p:cNvPr>
            <p:cNvSpPr>
              <a:spLocks/>
            </p:cNvSpPr>
            <p:nvPr userDrawn="1"/>
          </p:nvSpPr>
          <p:spPr>
            <a:xfrm rot="16200000">
              <a:off x="-650244" y="3494413"/>
              <a:ext cx="887568" cy="230049"/>
            </a:xfrm>
            <a:prstGeom prst="rect">
              <a:avLst/>
            </a:prstGeom>
            <a:solidFill>
              <a:schemeClr val="bg1">
                <a:lumMod val="100000"/>
              </a:schemeClr>
            </a:solidFill>
            <a:ln w="1270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12.60cm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7A0460C-9C8F-2EE3-BA1D-637B049EE6F6}"/>
              </a:ext>
            </a:extLst>
          </p:cNvPr>
          <p:cNvGrpSpPr/>
          <p:nvPr userDrawn="1"/>
        </p:nvGrpSpPr>
        <p:grpSpPr>
          <a:xfrm>
            <a:off x="12257572" y="981075"/>
            <a:ext cx="539998" cy="360363"/>
            <a:chOff x="-520806" y="981075"/>
            <a:chExt cx="539998" cy="360363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E3EA73C-58C3-824E-AAAD-455999F7CDD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81425" y="981075"/>
              <a:ext cx="0" cy="360363"/>
            </a:xfrm>
            <a:prstGeom prst="straightConnector1">
              <a:avLst/>
            </a:prstGeom>
            <a:ln w="19050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3CBABE4-0557-13BD-F97F-B7E8DAE62F17}"/>
                </a:ext>
              </a:extLst>
            </p:cNvPr>
            <p:cNvSpPr>
              <a:spLocks/>
            </p:cNvSpPr>
            <p:nvPr userDrawn="1"/>
          </p:nvSpPr>
          <p:spPr>
            <a:xfrm>
              <a:off x="-520806" y="1085544"/>
              <a:ext cx="539998" cy="15142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FD349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000" b="1">
                  <a:solidFill>
                    <a:schemeClr val="accent6">
                      <a:lumMod val="100000"/>
                    </a:schemeClr>
                  </a:solidFill>
                </a:rPr>
                <a:t>1.00cm</a:t>
              </a:r>
            </a:p>
          </p:txBody>
        </p:sp>
      </p:grpSp>
      <p:sp>
        <p:nvSpPr>
          <p:cNvPr id="15" name="Workspace [Presentation]" hidden="1">
            <a:extLst>
              <a:ext uri="{FF2B5EF4-FFF2-40B4-BE49-F238E27FC236}">
                <a16:creationId xmlns:a16="http://schemas.microsoft.com/office/drawing/2014/main" id="{FC3C08ED-8B89-81BD-5417-482F72CBB3CD}"/>
              </a:ext>
            </a:extLst>
          </p:cNvPr>
          <p:cNvSpPr/>
          <p:nvPr userDrawn="1"/>
        </p:nvSpPr>
        <p:spPr>
          <a:xfrm>
            <a:off x="982799" y="1342800"/>
            <a:ext cx="10224000" cy="4536000"/>
          </a:xfrm>
          <a:prstGeom prst="rect">
            <a:avLst/>
          </a:prstGeom>
          <a:noFill/>
          <a:ln w="12700" cap="flat" cmpd="sng" algn="ctr">
            <a:solidFill>
              <a:srgbClr val="D24726"/>
            </a:solidFill>
            <a:prstDash val="lg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sz="900">
              <a:solidFill>
                <a:schemeClr val="bg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662D089-CA79-8FB8-8732-FF21BAFFCFA9}"/>
              </a:ext>
            </a:extLst>
          </p:cNvPr>
          <p:cNvSpPr>
            <a:spLocks/>
          </p:cNvSpPr>
          <p:nvPr userDrawn="1"/>
        </p:nvSpPr>
        <p:spPr>
          <a:xfrm>
            <a:off x="-699796" y="3636736"/>
            <a:ext cx="57447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10.03cm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7D7BD43-5DEA-456D-5ABC-FFFC85FA4634}"/>
              </a:ext>
            </a:extLst>
          </p:cNvPr>
          <p:cNvSpPr>
            <a:spLocks/>
          </p:cNvSpPr>
          <p:nvPr userDrawn="1"/>
        </p:nvSpPr>
        <p:spPr>
          <a:xfrm>
            <a:off x="-2318387" y="6281348"/>
            <a:ext cx="2290335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NO CONTENT BELOW THIS LINE UNDER ANY CIRCUMSTANCES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34DCC4CF-D9ED-987F-1AD3-924614CFC8EF}"/>
              </a:ext>
            </a:extLst>
          </p:cNvPr>
          <p:cNvCxnSpPr>
            <a:stCxn id="68" idx="3"/>
          </p:cNvCxnSpPr>
          <p:nvPr userDrawn="1"/>
        </p:nvCxnSpPr>
        <p:spPr>
          <a:xfrm flipV="1">
            <a:off x="-125325" y="3608388"/>
            <a:ext cx="67681" cy="1348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10D82C5C-D8B0-7313-9F0C-7664CDF1CC97}"/>
              </a:ext>
            </a:extLst>
          </p:cNvPr>
          <p:cNvSpPr>
            <a:spLocks/>
          </p:cNvSpPr>
          <p:nvPr userDrawn="1"/>
        </p:nvSpPr>
        <p:spPr>
          <a:xfrm>
            <a:off x="-583407" y="3360421"/>
            <a:ext cx="458081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-0.1cm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BABCA71-BAB6-388E-4851-D629C74D2CD0}"/>
              </a:ext>
            </a:extLst>
          </p:cNvPr>
          <p:cNvSpPr>
            <a:spLocks/>
          </p:cNvSpPr>
          <p:nvPr userDrawn="1"/>
        </p:nvSpPr>
        <p:spPr>
          <a:xfrm>
            <a:off x="-617633" y="3821430"/>
            <a:ext cx="492308" cy="21304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+0.1cm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35D7A28F-1442-838F-5221-21E9DAAC1A63}"/>
              </a:ext>
            </a:extLst>
          </p:cNvPr>
          <p:cNvCxnSpPr>
            <a:cxnSpLocks/>
            <a:stCxn id="75" idx="1"/>
          </p:cNvCxnSpPr>
          <p:nvPr userDrawn="1"/>
        </p:nvCxnSpPr>
        <p:spPr>
          <a:xfrm rot="10800000">
            <a:off x="-681777" y="3644901"/>
            <a:ext cx="64145" cy="2830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A9E4D6A1-CF8B-C127-14AF-1253A6FB0326}"/>
              </a:ext>
            </a:extLst>
          </p:cNvPr>
          <p:cNvCxnSpPr>
            <a:cxnSpLocks/>
            <a:stCxn id="72" idx="1"/>
          </p:cNvCxnSpPr>
          <p:nvPr userDrawn="1"/>
        </p:nvCxnSpPr>
        <p:spPr>
          <a:xfrm rot="10800000" flipV="1">
            <a:off x="-681779" y="3466941"/>
            <a:ext cx="98372" cy="1065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517BDA5-E882-D8BF-A6A6-41D6F6AD12DB}"/>
              </a:ext>
            </a:extLst>
          </p:cNvPr>
          <p:cNvCxnSpPr>
            <a:cxnSpLocks/>
          </p:cNvCxnSpPr>
          <p:nvPr userDrawn="1"/>
        </p:nvCxnSpPr>
        <p:spPr>
          <a:xfrm>
            <a:off x="13322741" y="3644901"/>
            <a:ext cx="2" cy="2232024"/>
          </a:xfrm>
          <a:prstGeom prst="straightConnector1">
            <a:avLst/>
          </a:prstGeom>
          <a:ln w="19050" cap="flat" cmpd="sng" algn="ctr">
            <a:solidFill>
              <a:schemeClr val="accent6">
                <a:lumMod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DABC1869-C048-3C0E-F6E7-B81C698D525D}"/>
              </a:ext>
            </a:extLst>
          </p:cNvPr>
          <p:cNvSpPr>
            <a:spLocks/>
          </p:cNvSpPr>
          <p:nvPr userDrawn="1"/>
        </p:nvSpPr>
        <p:spPr>
          <a:xfrm rot="16200000">
            <a:off x="12878141" y="4641806"/>
            <a:ext cx="889200" cy="230049"/>
          </a:xfrm>
          <a:prstGeom prst="rect">
            <a:avLst/>
          </a:prstGeom>
          <a:solidFill>
            <a:schemeClr val="bg1">
              <a:lumMod val="100000"/>
            </a:schemeClr>
          </a:solidFill>
          <a:ln w="12700" cap="flat" cmpd="sng" algn="ctr">
            <a:solidFill>
              <a:schemeClr val="accent6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ct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6.20cm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9BAA228-5FC0-2F20-B4CE-3719BC98B132}"/>
              </a:ext>
            </a:extLst>
          </p:cNvPr>
          <p:cNvCxnSpPr>
            <a:cxnSpLocks/>
          </p:cNvCxnSpPr>
          <p:nvPr userDrawn="1"/>
        </p:nvCxnSpPr>
        <p:spPr>
          <a:xfrm>
            <a:off x="13322742" y="1341434"/>
            <a:ext cx="2" cy="2232024"/>
          </a:xfrm>
          <a:prstGeom prst="straightConnector1">
            <a:avLst/>
          </a:prstGeom>
          <a:ln w="19050" cap="flat" cmpd="sng" algn="ctr">
            <a:solidFill>
              <a:schemeClr val="accent6">
                <a:lumMod val="100000"/>
              </a:schemeClr>
            </a:solidFill>
            <a:prstDash val="solid"/>
            <a:miter lim="800000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F436011C-FC1B-41B6-5743-741F02126DCA}"/>
              </a:ext>
            </a:extLst>
          </p:cNvPr>
          <p:cNvSpPr>
            <a:spLocks/>
          </p:cNvSpPr>
          <p:nvPr userDrawn="1"/>
        </p:nvSpPr>
        <p:spPr>
          <a:xfrm rot="16200000">
            <a:off x="12878142" y="2338339"/>
            <a:ext cx="889200" cy="230049"/>
          </a:xfrm>
          <a:prstGeom prst="rect">
            <a:avLst/>
          </a:prstGeom>
          <a:solidFill>
            <a:schemeClr val="bg1">
              <a:lumMod val="100000"/>
            </a:schemeClr>
          </a:solidFill>
          <a:ln w="12700" cap="flat" cmpd="sng" algn="ctr">
            <a:solidFill>
              <a:schemeClr val="accent6">
                <a:lumMod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ctr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6.20cm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BFCDB73-8193-6E1B-5DEB-20F06A7602A2}"/>
              </a:ext>
            </a:extLst>
          </p:cNvPr>
          <p:cNvSpPr>
            <a:spLocks/>
          </p:cNvSpPr>
          <p:nvPr userDrawn="1"/>
        </p:nvSpPr>
        <p:spPr>
          <a:xfrm>
            <a:off x="6275388" y="-473416"/>
            <a:ext cx="574471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16.93cm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4F22EBB-0DD2-333D-4BE9-A7F69AF9B10A}"/>
              </a:ext>
            </a:extLst>
          </p:cNvPr>
          <p:cNvCxnSpPr>
            <a:cxnSpLocks/>
            <a:stCxn id="100" idx="1"/>
          </p:cNvCxnSpPr>
          <p:nvPr userDrawn="1"/>
        </p:nvCxnSpPr>
        <p:spPr>
          <a:xfrm flipH="1">
            <a:off x="6096000" y="-383416"/>
            <a:ext cx="1793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B1C4C72-A052-359F-776B-FBB9DAF6F617}"/>
              </a:ext>
            </a:extLst>
          </p:cNvPr>
          <p:cNvSpPr>
            <a:spLocks/>
          </p:cNvSpPr>
          <p:nvPr userDrawn="1"/>
        </p:nvSpPr>
        <p:spPr>
          <a:xfrm>
            <a:off x="5396117" y="-189318"/>
            <a:ext cx="574471" cy="180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 rtl="0"/>
            <a:r>
              <a:rPr lang="en-GB" sz="1000" b="1">
                <a:solidFill>
                  <a:schemeClr val="accent6">
                    <a:lumMod val="100000"/>
                  </a:schemeClr>
                </a:solidFill>
              </a:rPr>
              <a:t>16.43cm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3378E13-2D6F-678C-5535-8A0682489AB9}"/>
              </a:ext>
            </a:extLst>
          </p:cNvPr>
          <p:cNvGrpSpPr/>
          <p:nvPr userDrawn="1"/>
        </p:nvGrpSpPr>
        <p:grpSpPr>
          <a:xfrm>
            <a:off x="-5029200" y="1700784"/>
            <a:ext cx="4232396" cy="3986784"/>
            <a:chOff x="-5029200" y="1700784"/>
            <a:chExt cx="4232396" cy="3986784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0FCEF94-A03D-F405-90C0-DC61E206ED44}"/>
                </a:ext>
              </a:extLst>
            </p:cNvPr>
            <p:cNvSpPr/>
            <p:nvPr userDrawn="1"/>
          </p:nvSpPr>
          <p:spPr>
            <a:xfrm>
              <a:off x="-5029200" y="1700784"/>
              <a:ext cx="4232396" cy="39867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GB" sz="900">
                <a:solidFill>
                  <a:schemeClr val="bg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67E2916-49E4-B642-F5D6-1760502219C1}"/>
                </a:ext>
              </a:extLst>
            </p:cNvPr>
            <p:cNvSpPr>
              <a:spLocks/>
            </p:cNvSpPr>
            <p:nvPr userDrawn="1"/>
          </p:nvSpPr>
          <p:spPr>
            <a:xfrm>
              <a:off x="-3841345" y="2268457"/>
              <a:ext cx="812056" cy="441748"/>
            </a:xfrm>
            <a:prstGeom prst="rect">
              <a:avLst/>
            </a:prstGeom>
            <a:solidFill>
              <a:schemeClr val="accent3">
                <a:lumMod val="10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100000"/>
                      <a:alpha val="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Dark Blue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12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35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60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19D3B79-63C1-66CF-49E6-3D217D1CC058}"/>
                </a:ext>
              </a:extLst>
            </p:cNvPr>
            <p:cNvSpPr>
              <a:spLocks/>
            </p:cNvSpPr>
            <p:nvPr userDrawn="1"/>
          </p:nvSpPr>
          <p:spPr>
            <a:xfrm>
              <a:off x="-3841345" y="2819702"/>
              <a:ext cx="812056" cy="441748"/>
            </a:xfrm>
            <a:prstGeom prst="rect">
              <a:avLst/>
            </a:prstGeom>
            <a:solidFill>
              <a:srgbClr val="ACEA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accent3">
                      <a:lumMod val="100000"/>
                    </a:schemeClr>
                  </a:solidFill>
                </a:rPr>
                <a:t>Light Blue</a:t>
              </a:r>
            </a:p>
            <a:p>
              <a:pPr algn="ctr" rtl="0"/>
              <a:r>
                <a:rPr lang="en-GB" sz="600">
                  <a:solidFill>
                    <a:schemeClr val="accent3">
                      <a:lumMod val="100000"/>
                    </a:schemeClr>
                  </a:solidFill>
                </a:rPr>
                <a:t>172</a:t>
              </a:r>
            </a:p>
            <a:p>
              <a:pPr algn="ctr" rtl="0"/>
              <a:r>
                <a:rPr lang="en-GB" sz="600">
                  <a:solidFill>
                    <a:schemeClr val="accent3">
                      <a:lumMod val="100000"/>
                    </a:schemeClr>
                  </a:solidFill>
                </a:rPr>
                <a:t>234</a:t>
              </a:r>
            </a:p>
            <a:p>
              <a:pPr algn="ctr" rtl="0"/>
              <a:r>
                <a:rPr lang="en-GB" sz="600">
                  <a:solidFill>
                    <a:schemeClr val="accent3">
                      <a:lumMod val="100000"/>
                    </a:schemeClr>
                  </a:solidFill>
                </a:rPr>
                <a:t>255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178A237-90C9-FF30-8357-8ABD4910C763}"/>
                </a:ext>
              </a:extLst>
            </p:cNvPr>
            <p:cNvSpPr>
              <a:spLocks/>
            </p:cNvSpPr>
            <p:nvPr userDrawn="1"/>
          </p:nvSpPr>
          <p:spPr>
            <a:xfrm>
              <a:off x="-3841345" y="3370947"/>
              <a:ext cx="812056" cy="441748"/>
            </a:xfrm>
            <a:prstGeom prst="rect">
              <a:avLst/>
            </a:prstGeom>
            <a:solidFill>
              <a:srgbClr val="00B8F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Pacific Blue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0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184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C0E8590-C11A-2882-DF66-2E6F0442B828}"/>
                </a:ext>
              </a:extLst>
            </p:cNvPr>
            <p:cNvSpPr>
              <a:spLocks/>
            </p:cNvSpPr>
            <p:nvPr userDrawn="1"/>
          </p:nvSpPr>
          <p:spPr>
            <a:xfrm>
              <a:off x="-3841345" y="3922191"/>
              <a:ext cx="812056" cy="441748"/>
            </a:xfrm>
            <a:prstGeom prst="rect">
              <a:avLst/>
            </a:prstGeom>
            <a:solidFill>
              <a:schemeClr val="tx2">
                <a:lumMod val="10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100000"/>
                      <a:alpha val="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KPMG Blue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0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51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141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C2D30A1-E708-2C67-01FB-AB1A0879804A}"/>
                </a:ext>
              </a:extLst>
            </p:cNvPr>
            <p:cNvSpPr>
              <a:spLocks/>
            </p:cNvSpPr>
            <p:nvPr userDrawn="1"/>
          </p:nvSpPr>
          <p:spPr>
            <a:xfrm>
              <a:off x="-3841234" y="5024681"/>
              <a:ext cx="812056" cy="441748"/>
            </a:xfrm>
            <a:prstGeom prst="rect">
              <a:avLst/>
            </a:prstGeom>
            <a:solidFill>
              <a:srgbClr val="76D2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Blue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118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210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255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C84DE73-2F69-3785-C1F2-4E14822C412F}"/>
                </a:ext>
              </a:extLst>
            </p:cNvPr>
            <p:cNvSpPr>
              <a:spLocks/>
            </p:cNvSpPr>
            <p:nvPr userDrawn="1"/>
          </p:nvSpPr>
          <p:spPr>
            <a:xfrm>
              <a:off x="-2771449" y="2268457"/>
              <a:ext cx="812056" cy="441748"/>
            </a:xfrm>
            <a:prstGeom prst="rect">
              <a:avLst/>
            </a:prstGeom>
            <a:solidFill>
              <a:srgbClr val="34556D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Blue Gray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52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85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109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B7A4B6C-B13B-FDF3-0E61-DDF620C38F3A}"/>
                </a:ext>
              </a:extLst>
            </p:cNvPr>
            <p:cNvSpPr>
              <a:spLocks/>
            </p:cNvSpPr>
            <p:nvPr userDrawn="1"/>
          </p:nvSpPr>
          <p:spPr>
            <a:xfrm>
              <a:off x="-2771449" y="2819702"/>
              <a:ext cx="812056" cy="441748"/>
            </a:xfrm>
            <a:prstGeom prst="rect">
              <a:avLst/>
            </a:prstGeom>
            <a:solidFill>
              <a:srgbClr val="77A8BE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Aqua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119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168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190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6768572-07B3-5EE6-DF26-C1ECCFF14D0B}"/>
                </a:ext>
              </a:extLst>
            </p:cNvPr>
            <p:cNvSpPr>
              <a:spLocks/>
            </p:cNvSpPr>
            <p:nvPr userDrawn="1"/>
          </p:nvSpPr>
          <p:spPr>
            <a:xfrm>
              <a:off x="-2771449" y="3370947"/>
              <a:ext cx="812056" cy="441748"/>
            </a:xfrm>
            <a:prstGeom prst="rect">
              <a:avLst/>
            </a:prstGeom>
            <a:solidFill>
              <a:srgbClr val="96CEE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accent3">
                      <a:lumMod val="100000"/>
                    </a:schemeClr>
                  </a:solidFill>
                </a:rPr>
                <a:t>Light Turquoise</a:t>
              </a:r>
            </a:p>
            <a:p>
              <a:pPr algn="ctr" rtl="0"/>
              <a:r>
                <a:rPr lang="en-GB" sz="600">
                  <a:solidFill>
                    <a:schemeClr val="accent3">
                      <a:lumMod val="100000"/>
                    </a:schemeClr>
                  </a:solidFill>
                </a:rPr>
                <a:t>150</a:t>
              </a:r>
            </a:p>
            <a:p>
              <a:pPr algn="ctr" rtl="0"/>
              <a:r>
                <a:rPr lang="en-GB" sz="600">
                  <a:solidFill>
                    <a:schemeClr val="accent3">
                      <a:lumMod val="100000"/>
                    </a:schemeClr>
                  </a:solidFill>
                </a:rPr>
                <a:t>206</a:t>
              </a:r>
            </a:p>
            <a:p>
              <a:pPr algn="ctr" rtl="0"/>
              <a:r>
                <a:rPr lang="en-GB" sz="600">
                  <a:solidFill>
                    <a:schemeClr val="accent3">
                      <a:lumMod val="100000"/>
                    </a:schemeClr>
                  </a:solidFill>
                </a:rPr>
                <a:t>228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44BF44D-428C-339A-1E59-5BB65CEBAAFA}"/>
                </a:ext>
              </a:extLst>
            </p:cNvPr>
            <p:cNvSpPr>
              <a:spLocks/>
            </p:cNvSpPr>
            <p:nvPr userDrawn="1"/>
          </p:nvSpPr>
          <p:spPr>
            <a:xfrm>
              <a:off x="-2771449" y="3922191"/>
              <a:ext cx="812056" cy="441748"/>
            </a:xfrm>
            <a:prstGeom prst="rect">
              <a:avLst/>
            </a:prstGeom>
            <a:solidFill>
              <a:schemeClr val="bg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tx1">
                      <a:lumMod val="100000"/>
                    </a:schemeClr>
                  </a:solidFill>
                </a:rPr>
                <a:t>Grey 5</a:t>
              </a:r>
            </a:p>
            <a:p>
              <a:pPr algn="ctr" rtl="0"/>
              <a:r>
                <a:rPr lang="en-GB" sz="600">
                  <a:solidFill>
                    <a:schemeClr val="tx1">
                      <a:lumMod val="100000"/>
                    </a:schemeClr>
                  </a:solidFill>
                </a:rPr>
                <a:t>229</a:t>
              </a:r>
            </a:p>
            <a:p>
              <a:pPr algn="ctr" rtl="0"/>
              <a:r>
                <a:rPr lang="en-GB" sz="600">
                  <a:solidFill>
                    <a:schemeClr val="tx1">
                      <a:lumMod val="100000"/>
                    </a:schemeClr>
                  </a:solidFill>
                </a:rPr>
                <a:t>229</a:t>
              </a:r>
            </a:p>
            <a:p>
              <a:pPr algn="ctr" rtl="0"/>
              <a:r>
                <a:rPr lang="en-GB" sz="600">
                  <a:solidFill>
                    <a:schemeClr val="tx1">
                      <a:lumMod val="100000"/>
                    </a:schemeClr>
                  </a:solidFill>
                </a:rPr>
                <a:t>229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2682BC3-E9C2-DC8D-96C4-B731053A2892}"/>
                </a:ext>
              </a:extLst>
            </p:cNvPr>
            <p:cNvSpPr>
              <a:spLocks/>
            </p:cNvSpPr>
            <p:nvPr userDrawn="1"/>
          </p:nvSpPr>
          <p:spPr>
            <a:xfrm>
              <a:off x="-4954432" y="2268457"/>
              <a:ext cx="812056" cy="441748"/>
            </a:xfrm>
            <a:prstGeom prst="rect">
              <a:avLst/>
            </a:prstGeom>
            <a:solidFill>
              <a:schemeClr val="accent3">
                <a:lumMod val="10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100000"/>
                      <a:alpha val="0"/>
                    </a:schemeClr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Dark Blue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12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35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60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9D06048-E5E6-13E7-9EB7-D7B11B27B737}"/>
                </a:ext>
              </a:extLst>
            </p:cNvPr>
            <p:cNvSpPr>
              <a:spLocks/>
            </p:cNvSpPr>
            <p:nvPr userDrawn="1"/>
          </p:nvSpPr>
          <p:spPr>
            <a:xfrm>
              <a:off x="-4954432" y="2819702"/>
              <a:ext cx="812056" cy="441748"/>
            </a:xfrm>
            <a:prstGeom prst="rect">
              <a:avLst/>
            </a:prstGeom>
            <a:solidFill>
              <a:srgbClr val="ACEA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accent3">
                      <a:lumMod val="100000"/>
                    </a:schemeClr>
                  </a:solidFill>
                </a:rPr>
                <a:t>Light Blue</a:t>
              </a:r>
            </a:p>
            <a:p>
              <a:pPr algn="ctr" rtl="0"/>
              <a:r>
                <a:rPr lang="en-GB" sz="600">
                  <a:solidFill>
                    <a:schemeClr val="accent3">
                      <a:lumMod val="100000"/>
                    </a:schemeClr>
                  </a:solidFill>
                </a:rPr>
                <a:t>172</a:t>
              </a:r>
            </a:p>
            <a:p>
              <a:pPr algn="ctr" rtl="0"/>
              <a:r>
                <a:rPr lang="en-GB" sz="600">
                  <a:solidFill>
                    <a:schemeClr val="accent3">
                      <a:lumMod val="100000"/>
                    </a:schemeClr>
                  </a:solidFill>
                </a:rPr>
                <a:t>234</a:t>
              </a:r>
            </a:p>
            <a:p>
              <a:pPr algn="ctr" rtl="0"/>
              <a:r>
                <a:rPr lang="en-GB" sz="600">
                  <a:solidFill>
                    <a:schemeClr val="accent3">
                      <a:lumMod val="100000"/>
                    </a:schemeClr>
                  </a:solidFill>
                </a:rPr>
                <a:t>255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1065093-2BB6-70A0-E18B-0423A4F01BC1}"/>
                </a:ext>
              </a:extLst>
            </p:cNvPr>
            <p:cNvSpPr>
              <a:spLocks/>
            </p:cNvSpPr>
            <p:nvPr userDrawn="1"/>
          </p:nvSpPr>
          <p:spPr>
            <a:xfrm>
              <a:off x="-4954432" y="3370947"/>
              <a:ext cx="812056" cy="441748"/>
            </a:xfrm>
            <a:prstGeom prst="rect">
              <a:avLst/>
            </a:prstGeom>
            <a:solidFill>
              <a:srgbClr val="00B8F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Pacific Blue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0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184</a:t>
              </a:r>
            </a:p>
            <a:p>
              <a:pPr algn="ctr" rtl="0"/>
              <a:r>
                <a:rPr lang="en-GB" sz="600">
                  <a:solidFill>
                    <a:schemeClr val="bg1"/>
                  </a:solidFill>
                </a:rPr>
                <a:t>245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772FB7E-A164-7F46-B4FB-EB98B161F75A}"/>
                </a:ext>
              </a:extLst>
            </p:cNvPr>
            <p:cNvSpPr>
              <a:spLocks/>
            </p:cNvSpPr>
            <p:nvPr userDrawn="1"/>
          </p:nvSpPr>
          <p:spPr>
            <a:xfrm>
              <a:off x="-4954432" y="1752444"/>
              <a:ext cx="812056" cy="4417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100" b="1">
                  <a:solidFill>
                    <a:schemeClr val="accent3">
                      <a:lumMod val="100000"/>
                    </a:schemeClr>
                  </a:solidFill>
                  <a:latin typeface="+mj-lt"/>
                </a:rPr>
                <a:t>Primary colours</a:t>
              </a:r>
              <a:endParaRPr lang="en-GB" sz="1100">
                <a:solidFill>
                  <a:schemeClr val="accent3">
                    <a:lumMod val="100000"/>
                  </a:schemeClr>
                </a:solidFill>
                <a:latin typeface="+mj-lt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5923FF1-D898-F762-CBC9-5A1471F92545}"/>
                </a:ext>
              </a:extLst>
            </p:cNvPr>
            <p:cNvSpPr>
              <a:spLocks/>
            </p:cNvSpPr>
            <p:nvPr userDrawn="1"/>
          </p:nvSpPr>
          <p:spPr>
            <a:xfrm>
              <a:off x="-3881787" y="1752444"/>
              <a:ext cx="892940" cy="4417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100" b="1">
                  <a:solidFill>
                    <a:schemeClr val="accent3">
                      <a:lumMod val="100000"/>
                    </a:schemeClr>
                  </a:solidFill>
                  <a:latin typeface="+mj-lt"/>
                </a:rPr>
                <a:t>Primary colours for charts</a:t>
              </a:r>
              <a:endParaRPr lang="en-GB" sz="1100">
                <a:solidFill>
                  <a:schemeClr val="accent3">
                    <a:lumMod val="100000"/>
                  </a:schemeClr>
                </a:solidFill>
                <a:latin typeface="+mj-lt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9C783B5-5F49-5B63-3CBC-236D7E083A86}"/>
                </a:ext>
              </a:extLst>
            </p:cNvPr>
            <p:cNvSpPr>
              <a:spLocks/>
            </p:cNvSpPr>
            <p:nvPr userDrawn="1"/>
          </p:nvSpPr>
          <p:spPr>
            <a:xfrm>
              <a:off x="-2771450" y="1752444"/>
              <a:ext cx="812056" cy="4417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100" b="1">
                  <a:solidFill>
                    <a:schemeClr val="accent3">
                      <a:lumMod val="100000"/>
                    </a:schemeClr>
                  </a:solidFill>
                  <a:latin typeface="+mj-lt"/>
                </a:rPr>
                <a:t>Other chart colours</a:t>
              </a:r>
              <a:endParaRPr lang="en-GB" sz="1100">
                <a:solidFill>
                  <a:schemeClr val="accent3">
                    <a:lumMod val="100000"/>
                  </a:schemeClr>
                </a:solidFill>
                <a:latin typeface="+mj-lt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26290A4-3361-37D2-2490-5B29974B0483}"/>
                </a:ext>
              </a:extLst>
            </p:cNvPr>
            <p:cNvSpPr>
              <a:spLocks/>
            </p:cNvSpPr>
            <p:nvPr userDrawn="1"/>
          </p:nvSpPr>
          <p:spPr>
            <a:xfrm>
              <a:off x="-1728502" y="1752444"/>
              <a:ext cx="812056" cy="44174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1100" b="1">
                  <a:solidFill>
                    <a:schemeClr val="accent3">
                      <a:lumMod val="100000"/>
                    </a:schemeClr>
                  </a:solidFill>
                  <a:latin typeface="+mj-lt"/>
                </a:rPr>
                <a:t>Traffic lights / RAG ratings</a:t>
              </a:r>
              <a:endParaRPr lang="en-GB" sz="1100">
                <a:solidFill>
                  <a:schemeClr val="accent3">
                    <a:lumMod val="100000"/>
                  </a:schemeClr>
                </a:solidFill>
                <a:latin typeface="+mj-lt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9BC8F84-28DE-CCE4-0DA5-17E25B1CA153}"/>
                </a:ext>
              </a:extLst>
            </p:cNvPr>
            <p:cNvSpPr>
              <a:spLocks/>
            </p:cNvSpPr>
            <p:nvPr userDrawn="1"/>
          </p:nvSpPr>
          <p:spPr>
            <a:xfrm>
              <a:off x="-1728502" y="2268457"/>
              <a:ext cx="812056" cy="441748"/>
            </a:xfrm>
            <a:prstGeom prst="rect">
              <a:avLst/>
            </a:prstGeom>
            <a:solidFill>
              <a:srgbClr val="ED212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Red</a:t>
              </a:r>
            </a:p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237</a:t>
              </a:r>
            </a:p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33</a:t>
              </a:r>
            </a:p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36</a:t>
              </a:r>
              <a:endParaRPr lang="en-GB" sz="600">
                <a:solidFill>
                  <a:schemeClr val="bg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D8BA66E-72D2-BBF1-A272-76A638913678}"/>
                </a:ext>
              </a:extLst>
            </p:cNvPr>
            <p:cNvSpPr>
              <a:spLocks/>
            </p:cNvSpPr>
            <p:nvPr userDrawn="1"/>
          </p:nvSpPr>
          <p:spPr>
            <a:xfrm>
              <a:off x="-1728502" y="2819702"/>
              <a:ext cx="812056" cy="441748"/>
            </a:xfrm>
            <a:prstGeom prst="rect">
              <a:avLst/>
            </a:prstGeom>
            <a:solidFill>
              <a:srgbClr val="F1C44D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Yellow</a:t>
              </a:r>
            </a:p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241</a:t>
              </a:r>
            </a:p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196</a:t>
              </a:r>
            </a:p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77</a:t>
              </a:r>
              <a:endParaRPr lang="en-GB" sz="600">
                <a:solidFill>
                  <a:schemeClr val="bg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DF517DA-2078-1A82-C40A-812BA654E439}"/>
                </a:ext>
              </a:extLst>
            </p:cNvPr>
            <p:cNvSpPr>
              <a:spLocks/>
            </p:cNvSpPr>
            <p:nvPr userDrawn="1"/>
          </p:nvSpPr>
          <p:spPr>
            <a:xfrm>
              <a:off x="-1728502" y="3370947"/>
              <a:ext cx="812056" cy="441748"/>
            </a:xfrm>
            <a:prstGeom prst="rect">
              <a:avLst/>
            </a:prstGeom>
            <a:solidFill>
              <a:srgbClr val="269924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Green</a:t>
              </a:r>
            </a:p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38</a:t>
              </a:r>
            </a:p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153</a:t>
              </a:r>
            </a:p>
            <a:p>
              <a:pPr algn="ctr" rtl="0"/>
              <a:r>
                <a:rPr lang="en-GB" sz="600" b="1">
                  <a:solidFill>
                    <a:schemeClr val="bg1"/>
                  </a:solidFill>
                </a:rPr>
                <a:t>36</a:t>
              </a:r>
              <a:endParaRPr lang="en-GB" sz="600">
                <a:solidFill>
                  <a:schemeClr val="bg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54F38AC-DF44-1982-440B-B24C6F09EB48}"/>
                </a:ext>
              </a:extLst>
            </p:cNvPr>
            <p:cNvSpPr>
              <a:spLocks/>
            </p:cNvSpPr>
            <p:nvPr userDrawn="1"/>
          </p:nvSpPr>
          <p:spPr>
            <a:xfrm>
              <a:off x="-3841234" y="4473436"/>
              <a:ext cx="812056" cy="44174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ctr" rtl="0"/>
              <a:r>
                <a:rPr lang="en-GB" sz="600" b="1">
                  <a:solidFill>
                    <a:srgbClr val="0C233C"/>
                  </a:solidFill>
                </a:rPr>
                <a:t>Blue Accent 1</a:t>
              </a:r>
            </a:p>
            <a:p>
              <a:pPr algn="ctr" rtl="0"/>
              <a:r>
                <a:rPr lang="en-GB" sz="600">
                  <a:solidFill>
                    <a:srgbClr val="0C233C"/>
                  </a:solidFill>
                </a:rPr>
                <a:t>210</a:t>
              </a:r>
            </a:p>
            <a:p>
              <a:pPr algn="ctr" rtl="0"/>
              <a:r>
                <a:rPr lang="en-GB" sz="600">
                  <a:solidFill>
                    <a:srgbClr val="0C233C"/>
                  </a:solidFill>
                </a:rPr>
                <a:t>219</a:t>
              </a:r>
            </a:p>
            <a:p>
              <a:pPr algn="ctr" rtl="0"/>
              <a:r>
                <a:rPr lang="en-GB" sz="600">
                  <a:solidFill>
                    <a:srgbClr val="0C233C"/>
                  </a:solidFill>
                </a:rPr>
                <a:t>249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1FEA81F-D8C4-4135-9CD3-5B18BA4CA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1885684" y="6266997"/>
            <a:ext cx="650900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 noProof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rPr>
              <a:t>© 2026 KPMG Advisory (Hong Kong) Limited, a limited liability company in Hong Kong and a member firm of the KPMG global organisation of independent member firms affiliated with KPMG International Limited ("KPMG International"), a private English company limited by guarantee.  All rights reserved. Printed in Hong Kong.</a:t>
            </a:r>
            <a:endParaRPr lang="en-GB" sz="600" kern="1200" noProof="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226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4038" r:id="rId2"/>
    <p:sldLayoutId id="2147483902" r:id="rId3"/>
    <p:sldLayoutId id="2147484039" r:id="rId4"/>
    <p:sldLayoutId id="2147483965" r:id="rId5"/>
    <p:sldLayoutId id="2147483966" r:id="rId6"/>
    <p:sldLayoutId id="2147483967" r:id="rId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3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900" b="1" kern="1200">
          <a:solidFill>
            <a:schemeClr val="accent3">
              <a:lumMod val="10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900" kern="1200">
          <a:solidFill>
            <a:schemeClr val="accent3">
              <a:lumMod val="100000"/>
            </a:schemeClr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900" kern="1200">
          <a:solidFill>
            <a:schemeClr val="accent3">
              <a:lumMod val="100000"/>
            </a:schemeClr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900" kern="1200">
          <a:solidFill>
            <a:schemeClr val="accent3">
              <a:lumMod val="100000"/>
            </a:schemeClr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900" kern="1200" baseline="0">
          <a:solidFill>
            <a:schemeClr val="accent3">
              <a:lumMod val="100000"/>
            </a:schemeClr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None/>
        <a:defRPr sz="1300" kern="1200">
          <a:solidFill>
            <a:schemeClr val="tx2"/>
          </a:solidFill>
          <a:latin typeface="+mn-lt"/>
          <a:ea typeface="+mn-ea"/>
          <a:cs typeface="+mn-cs"/>
        </a:defRPr>
      </a:lvl6pPr>
      <a:lvl7pPr marL="288000" indent="-288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2" userDrawn="1">
          <p15:clr>
            <a:srgbClr val="F26B43"/>
          </p15:clr>
        </p15:guide>
        <p15:guide id="2" pos="619">
          <p15:clr>
            <a:srgbClr val="F26B43"/>
          </p15:clr>
        </p15:guide>
        <p15:guide id="3" pos="7061">
          <p15:clr>
            <a:srgbClr val="F26B43"/>
          </p15:clr>
        </p15:guide>
        <p15:guide id="4" orient="horz" pos="845">
          <p15:clr>
            <a:srgbClr val="F26B43"/>
          </p15:clr>
        </p15:guide>
        <p15:guide id="5" orient="horz" pos="618">
          <p15:clr>
            <a:srgbClr val="F26B43"/>
          </p15:clr>
        </p15:guide>
        <p15:guide id="6" orient="horz" pos="278">
          <p15:clr>
            <a:srgbClr val="F26B43"/>
          </p15:clr>
        </p15:guide>
        <p15:guide id="7" pos="3727">
          <p15:clr>
            <a:srgbClr val="F26B43"/>
          </p15:clr>
        </p15:guide>
        <p15:guide id="8" pos="3953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273" userDrawn="1">
          <p15:clr>
            <a:srgbClr val="F26B43"/>
          </p15:clr>
        </p15:guide>
        <p15:guide id="11" orient="horz" pos="3929" userDrawn="1">
          <p15:clr>
            <a:srgbClr val="F26B43"/>
          </p15:clr>
        </p15:guide>
        <p15:guide id="12" orient="horz" pos="2251" userDrawn="1">
          <p15:clr>
            <a:srgbClr val="F26B43"/>
          </p15:clr>
        </p15:guide>
        <p15:guide id="13" orient="horz" pos="229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2F6A8390-462E-F8F8-0DD8-CC12283FE9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86950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6A8390-462E-F8F8-0DD8-CC12283FE9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Titre 3">
            <a:extLst>
              <a:ext uri="{FF2B5EF4-FFF2-40B4-BE49-F238E27FC236}">
                <a16:creationId xmlns:a16="http://schemas.microsoft.com/office/drawing/2014/main" id="{A6029142-57D1-2DCF-892D-36B89EE67C34}"/>
              </a:ext>
            </a:extLst>
          </p:cNvPr>
          <p:cNvSpPr txBox="1">
            <a:spLocks/>
          </p:cNvSpPr>
          <p:nvPr userDrawn="1"/>
        </p:nvSpPr>
        <p:spPr>
          <a:xfrm>
            <a:off x="495064" y="4361380"/>
            <a:ext cx="10900905" cy="2259080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defPPr>
              <a:defRPr lang="fr-F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UpSlide Table Of Content Master </a:t>
            </a:r>
          </a:p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edit</a:t>
            </a:r>
          </a:p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all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Do not delete</a:t>
            </a:r>
          </a:p>
        </p:txBody>
      </p:sp>
    </p:spTree>
    <p:extLst>
      <p:ext uri="{BB962C8B-B14F-4D97-AF65-F5344CB8AC3E}">
        <p14:creationId xmlns:p14="http://schemas.microsoft.com/office/powerpoint/2010/main" val="122466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3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900" b="1" kern="1200">
          <a:solidFill>
            <a:schemeClr val="accent3">
              <a:lumMod val="10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900" kern="1200">
          <a:solidFill>
            <a:schemeClr val="accent3">
              <a:lumMod val="100000"/>
            </a:schemeClr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900" kern="1200">
          <a:solidFill>
            <a:schemeClr val="accent3">
              <a:lumMod val="100000"/>
            </a:schemeClr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900" kern="1200">
          <a:solidFill>
            <a:schemeClr val="accent3">
              <a:lumMod val="100000"/>
            </a:schemeClr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900" kern="1200" baseline="0">
          <a:solidFill>
            <a:schemeClr val="accent3">
              <a:lumMod val="100000"/>
            </a:schemeClr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None/>
        <a:defRPr sz="1300" kern="1200">
          <a:solidFill>
            <a:schemeClr val="tx2"/>
          </a:solidFill>
          <a:latin typeface="+mn-lt"/>
          <a:ea typeface="+mn-ea"/>
          <a:cs typeface="+mn-cs"/>
        </a:defRPr>
      </a:lvl6pPr>
      <a:lvl7pPr marL="288000" indent="-2880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3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04" userDrawn="1">
          <p15:clr>
            <a:srgbClr val="F26B43"/>
          </p15:clr>
        </p15:guide>
        <p15:guide id="2" pos="616" userDrawn="1">
          <p15:clr>
            <a:srgbClr val="F26B43"/>
          </p15:clr>
        </p15:guide>
        <p15:guide id="3" pos="7064" userDrawn="1">
          <p15:clr>
            <a:srgbClr val="F26B43"/>
          </p15:clr>
        </p15:guide>
        <p15:guide id="4" orient="horz" pos="848" userDrawn="1">
          <p15:clr>
            <a:srgbClr val="F26B43"/>
          </p15:clr>
        </p15:guide>
        <p15:guide id="5" orient="horz" pos="616" userDrawn="1">
          <p15:clr>
            <a:srgbClr val="F26B43"/>
          </p15:clr>
        </p15:guide>
        <p15:guide id="6" orient="horz" pos="280" userDrawn="1">
          <p15:clr>
            <a:srgbClr val="F26B43"/>
          </p15:clr>
        </p15:guide>
        <p15:guide id="7" pos="3728" userDrawn="1">
          <p15:clr>
            <a:srgbClr val="F26B43"/>
          </p15:clr>
        </p15:guide>
        <p15:guide id="8" pos="3952" userDrawn="1">
          <p15:clr>
            <a:srgbClr val="F26B43"/>
          </p15:clr>
        </p15:guide>
        <p15:guide id="9" pos="3840" userDrawn="1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ONTUSED" val="KPMGFONT"/>
  <p:tag name="CREATEDBY" val="Global PowerPoint Toolbar"/>
  <p:tag name="TOOLBARVERSION" val="5.30a"/>
  <p:tag name="TYPE" val="ScreenWide"/>
  <p:tag name="KEYWORD" val="SCREENWIDE"/>
  <p:tag name="TEMPLATEVERSION" val="17/07/2017 11:56:04"/>
  <p:tag name="UPSLIDETOCALGOID" val="Standard"/>
  <p:tag name="TEMPLATESHORTNAMETAG" val="Diligence+ EN Widescreen"/>
  <p:tag name="TEMPLATEFULLNAMETAG" val="Diligence+ EN Widescreen"/>
  <p:tag name="UPSLIDE" val="KPM02440_Diligence+ EN Widescreen_03-30-2023"/>
  <p:tag name="UPSLIDEVERSION" val="6.8.34.0"/>
  <p:tag name="UPSLIDEFOOTNOTEOPTIONS" val="{&#10;  &quot;Multiline&quot;: false,&#10;  &quot;Numbering&quot;: 1,&#10;  &quot;SuperscriptFormat&quot;: 0&#10;}"/>
  <p:tag name="UPSLIDEPRINTFACINGPAGESDESIGN" val="1_KPMG Widescreen - UpSlide"/>
  <p:tag name="UPSLIDEPRINTFACINGPAGESLAYOUT" val="Cover page"/>
  <p:tag name="THINKCELLUNDODONOTDELETE" val="0"/>
  <p:tag name="THINKCELLPRESENTATIONDONOTDELETE" val="&lt;?xml version=&quot;1.0&quot; encoding=&quot;UTF-16&quot; standalone=&quot;yes&quot;?&gt;&lt;root reqver=&quot;28224&quot;&gt;&lt;version val=&quot;3582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.%#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UPSLIDETOCOPTIONS" val="&lt;?xml version=&quot;1.0&quot; encoding=&quot;utf-16&quot;?&gt;&#10;&lt;TocContentOptions xmlns:xsd=&quot;http://www.w3.org/2001/XMLSchema&quot; xmlns:xsi=&quot;http://www.w3.org/2001/XMLSchema-instance&quot;&gt;&#10;  &lt;TocSlidesOptions&gt;&#10;    &lt;ContainsSubSectionTitles&gt;true&lt;/ContainsSubSectionTitles&gt;&#10;    &lt;ContainsSlideTitles&gt;false&lt;/ContainsSlideTitles&gt;&#10;    &lt;ContainsParentLessSlidesTitles&gt;false&lt;/ContainsParentLessSlidesTitles&gt;&#10;    &lt;ContainsPrentLessSubsections&gt;false&lt;/ContainsPrentLessSubsections&gt;&#10;    &lt;ContainsAppendix&gt;true&lt;/ContainsAppendix&gt;&#10;    &lt;ContainsUnNumberedSections&gt;false&lt;/ContainsUnNumberedSections&gt;&#10;    &lt;SlideTitle&gt;Contents&lt;/SlideTitle&gt;&#10;  &lt;/TocSlidesOptions&gt;&#10;  &lt;SectionSlideOptions&gt;&#10;    &lt;ContainsOwnSubSection&gt;true&lt;/ContainsOwnSubSection&gt;&#10;    &lt;ContainsOwnSlide&gt;false&lt;/ContainsOwnSlide&gt;&#10;    &lt;ContainsOtherSections&gt;false&lt;/ContainsOtherSections&gt;&#10;    &lt;ContainsOthersSubsection&gt;false&lt;/ContainsOthersSubsection&gt;&#10;    &lt;containsAppendix&gt;true&lt;/containsAppendix&gt;&#10;    &lt;containsUnnumberedSections&gt;false&lt;/containsUnnumberedSections&gt;&#10;    &lt;SlideTitle /&gt;&#10;  &lt;/SectionSlideOptions&gt;&#10;  &lt;SubSectionSlideOptions&gt;&#10;    &lt;ContainsOtherSubsections&gt;false&lt;/ContainsOtherSubsections&gt;&#10;    &lt;ContainsOwnSlides&gt;true&lt;/ContainsOwnSlides&gt;&#10;    &lt;ContainsParentSection&gt;false&lt;/ContainsParentSection&gt;&#10;    &lt;ContainsOtherSections&gt;false&lt;/ContainsOtherSections&gt;&#10;    &lt;containsAppendix&gt;true&lt;/containsAppendix&gt;&#10;    &lt;containsUnnumberedSections&gt;false&lt;/containsUnnumberedSections&gt;&#10;    &lt;SlideTitle /&gt;&#10;  &lt;/SubSectionSlideOptions&gt;&#10;  &lt;UsedSlideLayouts&gt;&#10;    &lt;TocSlidesLayout&gt;&#10;      &lt;DesignName&gt;1_KPMG Widescreen - UpSlide&lt;/DesignName&gt;&#10;      &lt;LayoutName&gt;Title only_Blank&lt;/LayoutName&gt;&#10;    &lt;/TocSlidesLayout&gt;&#10;    &lt;SectionLayout&gt;&#10;      &lt;DesignName&gt;1_KPMG Widescreen - UpSlide&lt;/DesignName&gt;&#10;      &lt;LayoutName&gt;UpSlide_Section Divider_DO NOT delete&lt;/LayoutName&gt;&#10;    &lt;/SectionLayout&gt;&#10;    &lt;SubsectionLayout&gt;&#10;      &lt;DesignName&gt;1_KPMG Widescreen - UpSlide&lt;/DesignName&gt;&#10;      &lt;LayoutName&gt;UpSlide_Subsection Divider_DO NOT delete&lt;/LayoutName&gt;&#10;    &lt;/SubsectionLayout&gt;&#10;    &lt;AppendixLayout&gt;&#10;      &lt;DesignName&gt;1_KPMG Widescreen - UpSlide&lt;/DesignName&gt;&#10;      &lt;LayoutName&gt;UpSlide_Section Divider_DO NOT delete&lt;/LayoutName&gt;&#10;    &lt;/AppendixLayout&gt;&#10;    &lt;TitleSliLayout&gt;&#10;      &lt;DesignName&gt;1_KPMG Widescreen - UpSlide&lt;/DesignName&gt;&#10;      &lt;LayoutName&gt;Cover page&lt;/LayoutName&gt;&#10;    &lt;/TitleSliLayout&gt;&#10;  &lt;/UsedSlideLayouts&gt;&#10;  &lt;ActiveReminders&gt;&#10;    &lt;ReminderScriptList&gt;&#10;      &lt;ReminderScript&gt;&#10;        &lt;Key xsi:type=&quot;xsd:string&quot;&gt;Reminder28/07/2016 10:55:40833312551&lt;/Key&gt;&#10;        &lt;Value xsi:type=&quot;xsd:string&quot;&gt;&amp;lt;%SectionName%&amp;gt;&amp;lt;%SpaceIfInSubSec%&amp;gt;&amp;lt;%TiretIfInSubSec%&amp;gt;&amp;lt;%SpaceIfInSubSec%&amp;gt;&amp;lt;%SubSectionName%&amp;gt;&lt;/Value&gt;&#10;      &lt;/ReminderScript&gt;&#10;    &lt;/ReminderScriptList&gt;&#10;    &lt;MigrationVersion&gt;6.8.8.1&lt;/MigrationVersion&gt;&#10;  &lt;/ActiveReminders&gt;&#10;  &lt;HardRefreshRequired&gt;true&lt;/HardRefreshRequired&gt;&#10;  &lt;CustomAlgoOptions&gt;&#10;    &lt;CustomBaseAlgoOptions&gt;&#10;      &lt;UseSlideTitleAsSubSectionMarker&gt;false&lt;/UseSlideTitleAsSubSectionMarker&gt;&#10;      &lt;SlideTitleAsSectionMarker&gt;&#10;        &lt;UseTitleAsReminder&gt;false&lt;/UseTitleAsReminder&gt;&#10;      &lt;/SlideTitleAsSectionMarker&gt;&#10;      &lt;ShowSectionNums&gt;true&lt;/ShowSectionNums&gt;&#10;      &lt;ShowSlideIndex&gt;true&lt;/ShowSlideIndex&gt;&#10;      &lt;myColorOfNonCurrentItems&gt;&#10;        &lt;UseFixedColor&gt;true&lt;/UseFixedColor&gt;&#10;        &lt;R&gt;140&lt;/R&gt;&#10;        &lt;G&gt;205&lt;/G&gt;&#10;        &lt;B&gt;238&lt;/B&gt;&#10;      &lt;/myColorOfNonCurrentItems&gt;&#10;      &lt;currentItemFormat&gt;&#10;        &lt;UseBanner&gt;false&lt;/UseBanner&gt;&#10;        &lt;BannerFillR&gt;0&lt;/BannerFillR&gt;&#10;        &lt;BannerFillG&gt;0&lt;/BannerFillG&gt;&#10;        &lt;BannerFillB&gt;0&lt;/BannerFillB&gt;&#10;        &lt;ForceBold&gt;false&lt;/ForceBold&gt;&#10;        &lt;ApplyToSubSections&gt;true&lt;/ApplyToSubSections&gt;&#10;        &lt;ApplyToSectionsOnSubSectionDividers&gt;false&lt;/ApplyToSectionsOnSubSectionDividers&gt;&#10;        &lt;UseSubSecSpecificBanner&gt;false&lt;/UseSubSecSpecificBanner&gt;&#10;        &lt;SubSecBannerFillR&gt;0&lt;/SubSecBannerFillR&gt;&#10;        &lt;SubSecBannerFillG&gt;0&lt;/SubSecBannerFillG&gt;&#10;        &lt;SubSecBannerFillB&gt;0&lt;/SubSecBannerFillB&gt;&#10;      &lt;/currentItemFormat&gt;&#10;      &lt;nonCurrentItemAttenuation&gt;&#10;        &lt;Shading&gt;1&lt;/Shading&gt;&#10;      &lt;/nonCurrentItemAttenuation&gt;&#10;      &lt;ForceDisplayTOCOnTwocolumns&gt;true&lt;/ForceDisplayTOCOnTwocolumns&gt;&#10;      &lt;DisplayTOCOnTwocolumns&gt;true&lt;/DisplayTOCOnTwocolumns&gt;&#10;      &lt;AgendaVerticalAlignment&gt;Top&lt;/AgendaVerticalAlignment&gt;&#10;      &lt;Scripts&gt;&#10;        &lt;BeforeSubSecTitle /&gt;&#10;        &lt;BeforeSlideIndex /&gt;&#10;        &lt;AfterSecNum&gt;.&lt;/AfterSecNum&gt;&#10;        &lt;BeforeSecNum /&gt;&#10;        &lt;ZeroBeforeSecNum&gt;false&lt;/ZeroBeforeSecNum&gt;&#10;        &lt;AfterSubSecNum /&gt;&#10;        &lt;BeforeSubSecNum /&gt;&#10;      &lt;/Scripts&gt;&#10;      &lt;Lines&gt;&#10;        &lt;UseLineBelowSections&gt;false&lt;/UseLineBelowSections&gt;&#10;        &lt;LineBelowSection&gt;&#10;          &lt;XOffset&gt;0&lt;/XOffset&gt;&#10;          &lt;YOffset&gt;0&lt;/YOffset&gt;&#10;          &lt;Weight&gt;0&lt;/Weight&gt;&#10;          &lt;R&gt;0&lt;/R&gt;&#10;          &lt;G&gt;0&lt;/G&gt;&#10;          &lt;B&gt;0&lt;/B&gt;&#10;          &lt;LineStyle&gt;1&lt;/LineStyle&gt;&#10;        &lt;/LineBelowSection&gt;&#10;      &lt;/Lines&gt;&#10;      &lt;ManVerticalSpacing&gt;&#10;        &lt;UseManualSpacing&gt;true&lt;/UseManualSpacing&gt;&#10;        &lt;ManualSpacing&gt;&#10;          &lt;SpaceBeforeSections&gt;5&lt;/SpaceBeforeSections&gt;&#10;          &lt;SpaceBeforeSubSections&gt;1&lt;/SpaceBeforeSubSections&gt;&#10;          &lt;SpaceBeforeSlides&gt;0&lt;/SpaceBeforeSlides&gt;&#10;        &lt;/ManualSpacing&gt;&#10;        &lt;ManualSpacingSections&gt;&#10;          &lt;SpaceBeforeSections&gt;0&lt;/SpaceBeforeSections&gt;&#10;          &lt;SpaceBeforeSubSections&gt;10&lt;/SpaceBeforeSubSections&gt;&#10;          &lt;SpaceBeforeSlides&gt;0&lt;/SpaceBeforeSlides&gt;&#10;        &lt;/ManualSpacingSections&gt;&#10;        &lt;ManualSpacingSubSections&gt;&#10;          &lt;SpaceBeforeSections&gt;17.4750233&lt;/SpaceBeforeSections&gt;&#10;          &lt;SpaceBeforeSubSections&gt;11.6500158&lt;/SpaceBeforeSubSections&gt;&#10;          &lt;SpaceBeforeSlides&gt;5.825008&lt;/SpaceBeforeSlides&gt;&#10;        &lt;/ManualSpacingSubSections&gt;&#10;        &lt;UseSpecificSpacingForSecDivider&gt;true&lt;/UseSpecificSpacingForSecDivider&gt;&#10;        &lt;UseSpecificSpacingForSubSecDivider&gt;false&lt;/UseSpecificSpacingForSubSecDivider&gt;&#10;      &lt;/ManVerticalSpacing&gt;&#10;    &lt;/CustomBaseAlgoOptions&gt;&#10;  &lt;/CustomAlgoOptions&gt;&#10;  &lt;UserPresentationOptions&gt;&#10;    &lt;SubSectionsHaveSlide&gt;true&lt;/SubSectionsHaveSlide&gt;&#10;    &lt;SectionDividersContainOwnSubSections&gt;true&lt;/SectionDividersContainOwnSubSections&gt;&#10;    &lt;SectionDividersContainOwnSlideTitles&gt;true&lt;/SectionDividersContainOwnSlideTitles&gt;&#10;    &lt;SubSectionDividersContainOwnSlideTitles&gt;false&lt;/SubSectionDividersContainOwnSlideTitles&gt;&#10;    &lt;TOCSlidesContainSubsectionTitles xsi:nil=&quot;true&quot; /&gt;&#10;    &lt;TOCSlidesContainSlideTitles xsi:nil=&quot;true&quot; /&gt;&#10;    &lt;DisplayRemindersOnSlides&gt;false&lt;/DisplayRemindersOnSlides&gt;&#10;    &lt;SectionsHaveSlide&gt;true&lt;/SectionsHaveSlide&gt;&#10;    &lt;DoNotCountHiddenSlidesInPagination&gt;false&lt;/DoNotCountHiddenSlidesInPagination&gt;&#10;  &lt;/UserPresentationOptions&gt;&#10;  &lt;XmlSubSectionsHaveSlide&gt;true&lt;/XmlSubSectionsHaveSlide&gt;&#10;  &lt;AllowDuplicateTitleSlides&gt;false&lt;/AllowDuplicateTitleSlides&gt;&#10;  &lt;ShowEmptySlideTitles&gt;false&lt;/ShowEmptySlideTitles&gt;&#10;  &lt;NumberingOption&gt;&#10;    &lt;NumType&gt;FullArabic&lt;/NumType&gt;&#10;  &lt;/NumberingOption&gt;&#10;  &lt;NumberingOptionForAppendix&gt;&#10;    &lt;NumType&gt;FullArabic&lt;/NumType&gt;&#10;  &lt;/NumberingOptionForAppendix&gt;&#10;&lt;/TocContentOption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TOP" val="493.4643"/>
  <p:tag name="ADV_LEFT" val="148.479"/>
  <p:tag name="ADV_HEIGHT" val="14.54063"/>
  <p:tag name="ADV_WIDTH" val="512.5204"/>
  <p:tag name="ADV_COPYRIGHT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OCUMENTCLASSIFICATION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3"/>
  <p:tag name="SLIDEINDEX" val="263"/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SHAPETYPE" val="SUBSECTIONTITLE"/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UM"/>
  <p:tag name="TOCTEMPLATESHAPENAME" val="Index des sous-section"/>
  <p:tag name="TOCTEMPLATESHAPEDESCRIPTION" val="Définit le format de la forme contenant les numéros des sou-sections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UM"/>
  <p:tag name="TOCTEMPLATESHAPENAME" val="Numéro de section"/>
  <p:tag name="TOCTEMPLATESHAPEDESCRIPTION" val="Définit le format de la forme contenant les numéros de sections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3"/>
  <p:tag name="SLIDEINDEX" val="263"/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SHAPETYPE" val="SECTIONTITLE"/>
  <p:tag name="NAME" val="SECTIONTITLE"/>
  <p:tag name="TOCTEMPLATESHAPENAME" val="Titre de section"/>
  <p:tag name="TOCTEMPLATESHAPEDESCRIPTION" val="Définit le format de la forme contenant les titres de section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COPYRIGHT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TITLE"/>
  <p:tag name="TOCTEMPLATESHAPENAME" val="Titre de section"/>
  <p:tag name="TOCTEMPLATESHAPEDESCRIPTION" val="Définit le format de la forme contenant les titres de secti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UBSECTIONUM"/>
  <p:tag name="TOCTEMPLATESHAPENAME" val="Index des sous-section"/>
  <p:tag name="TOCTEMPLATESHAPEDESCRIPTION" val="Définit le format de la forme contenant les numéros des sou-sections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344"/>
  <p:tag name="SLIDEINDEX" val="344"/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341"/>
  <p:tag name="SLIDEINDEX" val="341"/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ECTIONUM"/>
  <p:tag name="TOCTEMPLATESHAPENAME" val="Numéro de section"/>
  <p:tag name="TOCTEMPLATESHAPEDESCRIPTION" val="Définit le format de la forme contenant les numéros de sections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TITLE"/>
  <p:tag name="TOCTEMPLATESHAPENAME" val="Titre des sous-sections"/>
  <p:tag name="TOCTEMPLATESHAPEDESCRIPTION" val="Définit le format de la forme contenant les titres des sous-sections.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TITLE"/>
  <p:tag name="TOCTEMPLATESHAPENAME" val="Titre de section"/>
  <p:tag name="TOCTEMPLATESHAPEDESCRIPTION" val="Définit le format de la forme contenant les titres de section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TITLE"/>
  <p:tag name="TOCTEMPLATESHAPENAME" val="Titre des diapositives"/>
  <p:tag name="TOCTEMPLATESHAPEDESCRIPTION" val="Définit le format de la forme contenant les titres de slid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LIDEINDEX"/>
  <p:tag name="TOCTEMPLATESHAPENAME" val="Numéro de slide"/>
  <p:tag name="TOCTEMPLATESHAPEDESCRIPTION" val="Définit le format de la forme contenant le numéro de diapositiv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DRAWAREA"/>
  <p:tag name="TOCTEMPLATESHAPENAME" val="Zone de tracé"/>
  <p:tag name="TOCTEMPLATESHAPEDESCRIPTION" val="Délimite la position verticale de la table des matières.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ECTIONUM"/>
  <p:tag name="TOCTEMPLATESHAPENAME" val="Numéro de section"/>
  <p:tag name="TOCTEMPLATESHAPEDESCRIPTION" val="Définit le format de la forme contenant les numéros de sections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8"/>
  <p:tag name="SLIDEINDEX" val="268"/>
  <p:tag name="NAME" val="SECTIONINDEX"/>
  <p:tag name="TOCTEMPLATESHAPENAME" val="Numéro de slide des sections"/>
  <p:tag name="TOCTEMPLATESHAPEDESCRIPTION" val="Définit le format de la forme contenant les numéros de slides pour les sections.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269"/>
  <p:tag name="SLIDEINDEX" val="269"/>
  <p:tag name="NAME" val="SUBSECTIONINDEX"/>
  <p:tag name="TOCTEMPLATESHAPENAME" val="Numéro de slide des sous-sections"/>
  <p:tag name="TOCTEMPLATESHAPEDESCRIPTION" val="Définit le format de la forme contenant les numéros de slides des sous-sections.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CSHAPE" val="AA"/>
  <p:tag name="NAME" val="SUBSECTIONUM"/>
  <p:tag name="TOCTEMPLATESHAPENAME" val="Index des sous-section"/>
  <p:tag name="TOCTEMPLATESHAPEDESCRIPTION" val="Définit le format de la forme contenant les numéros des sou-sections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minder28/07/2016 10:55:40833312551"/>
  <p:tag name="TOCTEMPLATESHAPENAME" val="SecElseSubSec"/>
  <p:tag name="TOCTEMPLATESHAPEDESCRIPTION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ETOC" val="true"/>
</p:tagLst>
</file>

<file path=ppt/theme/theme1.xml><?xml version="1.0" encoding="utf-8"?>
<a:theme xmlns:a="http://schemas.openxmlformats.org/drawingml/2006/main" name="1_KPMG Widescreen - UpSlide">
  <a:themeElements>
    <a:clrScheme name="KPMG 2022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KPMG Brand 2022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9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olt Blue">
      <a:srgbClr val="1E49E2"/>
    </a:custClr>
    <a:custClr name="Dark Blue">
      <a:srgbClr val="0C233C"/>
    </a:custClr>
    <a:custClr name="Pacific Blue">
      <a:srgbClr val="00B8F5"/>
    </a:custClr>
    <a:custClr name="Blue">
      <a:srgbClr val="76D2FF"/>
    </a:custClr>
    <a:custClr name="Light Blue">
      <a:srgbClr val="ACEAFF"/>
    </a:custClr>
    <a:custClr name="Dark Purple">
      <a:srgbClr val="510DBC"/>
    </a:custClr>
    <a:custClr name="Purple">
      <a:srgbClr val="7213EA"/>
    </a:custClr>
    <a:custClr name="Light Purple">
      <a:srgbClr val="B497FF"/>
    </a:custClr>
    <a:custClr name="Dark Green">
      <a:srgbClr val="008E7E"/>
    </a:custClr>
    <a:custClr name="Green">
      <a:srgbClr val="00C0AE"/>
    </a:custClr>
    <a:custClr name="Light Green">
      <a:srgbClr val="7AFFBD"/>
    </a:custClr>
    <a:custClr name="Dark Pink">
      <a:srgbClr val="AB0D82"/>
    </a:custClr>
    <a:custClr name="Pink">
      <a:srgbClr val="FD349C"/>
    </a:custClr>
    <a:custClr name="Light Pink">
      <a:srgbClr val="FFA3DA"/>
    </a:custClr>
    <a:custClr name="Grey 1">
      <a:srgbClr val="333333"/>
    </a:custClr>
    <a:custClr name="Grey 2">
      <a:srgbClr val="666666"/>
    </a:custClr>
    <a:custClr name="Grey 3">
      <a:srgbClr val="989898"/>
    </a:custClr>
    <a:custClr name="Grey 4">
      <a:srgbClr val="B2B2B2"/>
    </a:custClr>
    <a:custClr name="Grey 5">
      <a:srgbClr val="E5E5E5"/>
    </a:custClr>
  </a:custClrLst>
  <a:extLst>
    <a:ext uri="{05A4C25C-085E-4340-85A3-A5531E510DB2}">
      <thm15:themeFamily xmlns:thm15="http://schemas.microsoft.com/office/thememl/2012/main" name="UpSlideTemplate.potx" id="{216A40A4-5F6C-42A4-B8AA-371F59BF70BB}" vid="{BC1C874E-9074-420B-82F7-1291DC8E1491}"/>
    </a:ext>
  </a:extLst>
</a:theme>
</file>

<file path=ppt/theme/theme2.xml><?xml version="1.0" encoding="utf-8"?>
<a:theme xmlns:a="http://schemas.openxmlformats.org/drawingml/2006/main" name="UpSlide Table Of Content Master (do not edit)">
  <a:themeElements>
    <a:clrScheme name="KPMG 2022">
      <a:dk1>
        <a:srgbClr val="000000"/>
      </a:dk1>
      <a:lt1>
        <a:srgbClr val="FFFFFF"/>
      </a:lt1>
      <a:dk2>
        <a:srgbClr val="00338D"/>
      </a:dk2>
      <a:lt2>
        <a:srgbClr val="E5E5E5"/>
      </a:lt2>
      <a:accent1>
        <a:srgbClr val="1E49E2"/>
      </a:accent1>
      <a:accent2>
        <a:srgbClr val="00338D"/>
      </a:accent2>
      <a:accent3>
        <a:srgbClr val="0C233C"/>
      </a:accent3>
      <a:accent4>
        <a:srgbClr val="00B8F5"/>
      </a:accent4>
      <a:accent5>
        <a:srgbClr val="7213EA"/>
      </a:accent5>
      <a:accent6>
        <a:srgbClr val="FD349C"/>
      </a:accent6>
      <a:hlink>
        <a:srgbClr val="00B8F5"/>
      </a:hlink>
      <a:folHlink>
        <a:srgbClr val="098E7E"/>
      </a:folHlink>
    </a:clrScheme>
    <a:fontScheme name="KPMG Brand 2022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54610" tIns="54610" rIns="54610" bIns="5461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9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Cobolt Blue">
      <a:srgbClr val="1E49E2"/>
    </a:custClr>
    <a:custClr name="Dark Blue">
      <a:srgbClr val="0C233C"/>
    </a:custClr>
    <a:custClr name="Pacific Blue">
      <a:srgbClr val="00B8F5"/>
    </a:custClr>
    <a:custClr name="Blue">
      <a:srgbClr val="76D2FF"/>
    </a:custClr>
    <a:custClr name="Light Blue">
      <a:srgbClr val="ACEAFF"/>
    </a:custClr>
    <a:custClr name="Dark Purple">
      <a:srgbClr val="510DBC"/>
    </a:custClr>
    <a:custClr name="Purple">
      <a:srgbClr val="7213EA"/>
    </a:custClr>
    <a:custClr name="Light Purple">
      <a:srgbClr val="B497FF"/>
    </a:custClr>
    <a:custClr name="Dark Green">
      <a:srgbClr val="008E7E"/>
    </a:custClr>
    <a:custClr name="Green">
      <a:srgbClr val="00C0AE"/>
    </a:custClr>
    <a:custClr name="Light Green">
      <a:srgbClr val="7AFFBD"/>
    </a:custClr>
    <a:custClr name="Dark Pink">
      <a:srgbClr val="AB0D82"/>
    </a:custClr>
    <a:custClr name="Pink">
      <a:srgbClr val="FD349C"/>
    </a:custClr>
    <a:custClr name="Light Pink">
      <a:srgbClr val="FFA3DA"/>
    </a:custClr>
    <a:custClr name="Grey 1">
      <a:srgbClr val="333333"/>
    </a:custClr>
    <a:custClr name="Grey 2">
      <a:srgbClr val="666666"/>
    </a:custClr>
    <a:custClr name="Grey 3">
      <a:srgbClr val="989898"/>
    </a:custClr>
    <a:custClr name="Grey 4">
      <a:srgbClr val="B2B2B2"/>
    </a:custClr>
    <a:custClr name="Grey 5">
      <a:srgbClr val="E5E5E5"/>
    </a:custClr>
  </a:custClrLst>
  <a:extLst>
    <a:ext uri="{05A4C25C-085E-4340-85A3-A5531E510DB2}">
      <thm15:themeFamily xmlns:thm15="http://schemas.microsoft.com/office/thememl/2012/main" name="UpSlideTemplate.potx" id="{216A40A4-5F6C-42A4-B8AA-371F59BF70BB}" vid="{BC1C874E-9074-420B-82F7-1291DC8E149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1ef7062-e24b-4b94-8c74-32d8c02242c6">
      <Terms xmlns="http://schemas.microsoft.com/office/infopath/2007/PartnerControls"/>
    </lcf76f155ced4ddcb4097134ff3c332f>
    <TaxCatchAll xmlns="4243d5be-521d-4052-81ca-f0f31ea6f2d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239D8B7095414B9B08B351C575658E" ma:contentTypeVersion="16" ma:contentTypeDescription="Create a new document." ma:contentTypeScope="" ma:versionID="2f3fbd85bd0e63c17615d4536b545e59">
  <xsd:schema xmlns:xsd="http://www.w3.org/2001/XMLSchema" xmlns:xs="http://www.w3.org/2001/XMLSchema" xmlns:p="http://schemas.microsoft.com/office/2006/metadata/properties" xmlns:ns2="31ef7062-e24b-4b94-8c74-32d8c02242c6" xmlns:ns3="c90db799-1c72-4099-bde0-7c61a9fb54c8" xmlns:ns4="4243d5be-521d-4052-81ca-f0f31ea6f2da" targetNamespace="http://schemas.microsoft.com/office/2006/metadata/properties" ma:root="true" ma:fieldsID="a02fe61cfc07d35354a98eaed61140f2" ns2:_="" ns3:_="" ns4:_="">
    <xsd:import namespace="31ef7062-e24b-4b94-8c74-32d8c02242c6"/>
    <xsd:import namespace="c90db799-1c72-4099-bde0-7c61a9fb54c8"/>
    <xsd:import namespace="4243d5be-521d-4052-81ca-f0f31ea6f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ef7062-e24b-4b94-8c74-32d8c02242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883d318-f35c-4577-94aa-4c8e836d27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db799-1c72-4099-bde0-7c61a9fb54c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3d5be-521d-4052-81ca-f0f31ea6f2d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6aa70d4-0f30-4bf1-bb03-4f5e4bac0af4}" ma:internalName="TaxCatchAll" ma:showField="CatchAllData" ma:web="c90db799-1c72-4099-bde0-7c61a9fb54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0E72566-D19C-46FB-9549-7A2AD2EE2DB9}">
  <ds:schemaRefs>
    <ds:schemaRef ds:uri="http://purl.org/dc/terms/"/>
    <ds:schemaRef ds:uri="http://schemas.microsoft.com/office/2006/metadata/properties"/>
    <ds:schemaRef ds:uri="http://www.w3.org/XML/1998/namespace"/>
    <ds:schemaRef ds:uri="31ef7062-e24b-4b94-8c74-32d8c02242c6"/>
    <ds:schemaRef ds:uri="http://purl.org/dc/elements/1.1/"/>
    <ds:schemaRef ds:uri="http://schemas.microsoft.com/office/2006/documentManagement/types"/>
    <ds:schemaRef ds:uri="c90db799-1c72-4099-bde0-7c61a9fb54c8"/>
    <ds:schemaRef ds:uri="http://schemas.microsoft.com/office/infopath/2007/PartnerControls"/>
    <ds:schemaRef ds:uri="http://schemas.openxmlformats.org/package/2006/metadata/core-properties"/>
    <ds:schemaRef ds:uri="4243d5be-521d-4052-81ca-f0f31ea6f2da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74BC2C1-0D57-4EF7-B885-04CF9922B202}">
  <ds:schemaRefs>
    <ds:schemaRef ds:uri="31ef7062-e24b-4b94-8c74-32d8c02242c6"/>
    <ds:schemaRef ds:uri="4243d5be-521d-4052-81ca-f0f31ea6f2da"/>
    <ds:schemaRef ds:uri="c90db799-1c72-4099-bde0-7c61a9fb54c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0F37B8E-AD5C-4989-97BB-97E4A96F2F2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UpSlideTemplate</Template>
  <TotalTime>33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72 Light</vt:lpstr>
      <vt:lpstr>Arial</vt:lpstr>
      <vt:lpstr>KPMG Bold</vt:lpstr>
      <vt:lpstr>1_KPMG Widescreen - UpSlide</vt:lpstr>
      <vt:lpstr>UpSlide Table Of Content Master (do not edit)</vt:lpstr>
      <vt:lpstr>think-cell Slide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Formatting Tips</dc:title>
  <dc:creator>jliu129</dc:creator>
  <cp:lastModifiedBy>Barnaby Robson</cp:lastModifiedBy>
  <cp:revision>5</cp:revision>
  <dcterms:created xsi:type="dcterms:W3CDTF">2025-05-20T08:25:21Z</dcterms:created>
  <dcterms:modified xsi:type="dcterms:W3CDTF">2026-01-25T10:10:19Z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0x01010055239D8B7095414B9B08B351C575658E</vt:lpwstr>
  </property>
  <property fmtid="{D5CDD505-2E9C-101B-9397-08002B2CF9AE}" pid="4" name="KPMG_LayoutGrid">
    <vt:lpwstr>0</vt:lpwstr>
  </property>
</Properties>
</file>